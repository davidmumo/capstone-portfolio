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A3F099-311C-4805-95C4-9E95C539DB2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8CF160C-CEE7-43F2-985F-3C8E4E15869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FE2ABED-FF13-4EBF-8959-C3973E27F9A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1AE2CAD-959F-4C83-A338-6DA401F4E7C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30F9ADD-F8A5-4D7E-B195-0895585DCC3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7992CF-2AA5-4054-A9BC-8A2E9B774C6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E930850-376C-4BF3-8695-D08276E5770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8147347-6F3D-4A91-97D0-FB2DC23D2B3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C1F05B-04A7-4FB4-94BA-690849DEC09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E7D7024-389C-47F9-9F73-840EAB3F20E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6F792D-C9CA-4267-83B3-3EEC2F9E8C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Vint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873520"/>
            <a:ext cx="82296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3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4310640"/>
            <a:ext cx="8229600" cy="288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ctr">
              <a:spcAft>
                <a:spcPts val="1281"/>
              </a:spcAft>
              <a:buNone/>
            </a:pPr>
            <a:endParaRPr lang="en-US" sz="2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27C04793-E9B9-4794-AA46-6E22B06DFE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int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873520"/>
            <a:ext cx="82296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3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4310640"/>
            <a:ext cx="8229600" cy="288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ctr">
              <a:spcAft>
                <a:spcPts val="1281"/>
              </a:spcAft>
              <a:buNone/>
            </a:pPr>
            <a:endParaRPr lang="en-US" sz="2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BB2D3AAA-035B-43FD-BE87-20DC4DAFE3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Vint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873520"/>
            <a:ext cx="82296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3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ubTitle"/>
          </p:nvPr>
        </p:nvSpPr>
        <p:spPr>
          <a:xfrm>
            <a:off x="457200" y="4310640"/>
            <a:ext cx="8229600" cy="288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7846138A-DEC3-4834-87F0-E30D94F689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"/>
          <p:cNvPicPr/>
          <p:nvPr/>
        </p:nvPicPr>
        <p:blipFill>
          <a:blip r:embed="rId2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873520"/>
            <a:ext cx="82296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375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375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title text format</a:t>
            </a:r>
            <a:endParaRPr lang="en-US" sz="3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4310640"/>
            <a:ext cx="8229600" cy="28832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tIns="0" rIns="0" bIns="0" anchor="t">
            <a:spAutoFit/>
          </a:bodyPr>
          <a:lstStyle>
            <a:lvl1pPr indent="0" algn="ctr">
              <a:spcAft>
                <a:spcPts val="1281"/>
              </a:spcAft>
              <a:defRPr lang="en-US" sz="29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  <a:lvl2pPr lvl="1" indent="0" algn="ctr">
              <a:spcAft>
                <a:spcPts val="1023"/>
              </a:spcAft>
              <a:defRPr lang="en-US" sz="254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2pPr>
            <a:lvl3pPr lvl="2" indent="0" algn="ctr">
              <a:spcAft>
                <a:spcPts val="768"/>
              </a:spcAft>
              <a:defRPr lang="en-US" sz="218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3pPr>
            <a:lvl4pPr lvl="3" indent="0" algn="ctr">
              <a:spcAft>
                <a:spcPts val="507"/>
              </a:spcAft>
              <a:defRPr lang="en-US" sz="181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4pPr>
            <a:lvl5pPr lvl="4" indent="0" algn="ctr">
              <a:spcAft>
                <a:spcPts val="252"/>
              </a:spcAft>
              <a:defRPr lang="en-US" sz="181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5pPr>
            <a:lvl6pPr lvl="5" indent="0" algn="ctr">
              <a:spcAft>
                <a:spcPts val="252"/>
              </a:spcAft>
              <a:defRPr lang="en-US" sz="181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6pPr>
            <a:lvl7pPr lvl="6" indent="0" algn="ctr">
              <a:spcAft>
                <a:spcPts val="252"/>
              </a:spcAft>
              <a:defRPr lang="en-US" sz="181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7pPr>
          </a:lstStyle>
          <a:p>
            <a:pPr marL="432000" indent="0" algn="ctr">
              <a:spcAft>
                <a:spcPts val="1281"/>
              </a:spcAft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864000" lvl="1" indent="0" algn="ctr">
              <a:spcAft>
                <a:spcPts val="1023"/>
              </a:spcAft>
            </a:pPr>
            <a:r>
              <a:rPr lang="en-US" sz="254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296000" lvl="2" indent="0" algn="ctr">
              <a:spcAft>
                <a:spcPts val="768"/>
              </a:spcAft>
            </a:pPr>
            <a:r>
              <a:rPr lang="en-US" sz="218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728000" lvl="3" indent="0" algn="ctr">
              <a:spcAft>
                <a:spcPts val="507"/>
              </a:spcAft>
            </a:pPr>
            <a:r>
              <a:rPr lang="en-US" sz="181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160000" lvl="4" indent="0" algn="ctr">
              <a:spcAft>
                <a:spcPts val="252"/>
              </a:spcAft>
            </a:pPr>
            <a:r>
              <a:rPr lang="en-US" sz="181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592000" lvl="5" indent="0" algn="ctr">
              <a:spcAft>
                <a:spcPts val="252"/>
              </a:spcAft>
            </a:pPr>
            <a:r>
              <a:rPr lang="en-US" sz="181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024000" lvl="6" indent="0" algn="ctr">
              <a:spcAft>
                <a:spcPts val="252"/>
              </a:spcAft>
            </a:pPr>
            <a:r>
              <a:rPr lang="en-US" sz="181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dt" idx="34"/>
          </p:nvPr>
        </p:nvSpPr>
        <p:spPr>
          <a:xfrm>
            <a:off x="457200" y="6531120"/>
            <a:ext cx="2130120" cy="19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ftr" idx="35"/>
          </p:nvPr>
        </p:nvSpPr>
        <p:spPr>
          <a:xfrm>
            <a:off x="3126600" y="6531120"/>
            <a:ext cx="2898360" cy="19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36"/>
          </p:nvPr>
        </p:nvSpPr>
        <p:spPr>
          <a:xfrm>
            <a:off x="6555600" y="6531120"/>
            <a:ext cx="2130120" cy="19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B955462-1CFC-45E3-9053-4AB410CB151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3"/>
    <p:sldLayoutId id="2147483662" r:id="rId4"/>
    <p:sldLayoutId id="2147483663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Ngei David Mumo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Academic and Technical Journey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Academic Foundation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Maseno School, Kisumu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2019-2022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K.C.S.E Grade: B+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Higher Education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Dedan Kimathi University of Technology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Bachelor of Science in Information Technology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Current 45y Year Student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Core Competencies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Programming: Python, Java, C++, JavaScript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Web Development: HTML, CSS, React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Database: MCisco Packet Tracer, Linux, Ubuntu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Professional Certifications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Cisco Cybersecurity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Cisco Linux Essentials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Cisco Network Communication Basics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Key Projects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Waste Management System (React, JS, HTML, CSS)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Personal Portfolio (TSP Solver integration)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Collaborative teamwork and documentation focus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LibreOffice/26.8.0.3$Linux_X86_64 LibreOffice_project/680$Build-3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2026-09-30T07:59:23Z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