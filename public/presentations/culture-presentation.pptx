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9B2C46-58BB-4DB3-8E08-6A288E2BC4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27411B-0C93-43AC-AAD4-D71F1E82C9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FAC740-1190-483B-A2AF-D247412536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DAC8B7-9254-415B-8C7B-CC4D9A1790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E18A5E-0409-4880-8C8C-0FA3A80553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81601C-0AD5-4120-926E-69DA57088A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C5B1A6-27EC-4E78-A849-6745B652ED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7AEDB3-F2E7-4006-9F4E-A15E0C714F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FDEDDD-3632-4C19-888A-606DF91B4F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7D7021-F71E-4EC2-96E3-17AE698B4E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751C60-9D59-40F2-AB78-C0EE565CBA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Inspi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89600" y="543960"/>
            <a:ext cx="7837560" cy="76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307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89600" y="1632600"/>
            <a:ext cx="8164080" cy="435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Aft>
                <a:spcPts val="1276"/>
              </a:spcAft>
              <a:buNone/>
            </a:pPr>
            <a:endParaRPr lang="en-US" sz="242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CCD6770A-A617-4AA2-9F4C-45BD613F26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Inspi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89600" y="543960"/>
            <a:ext cx="7837560" cy="76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307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489600" y="1632600"/>
            <a:ext cx="8164080" cy="435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F873CB74-8E76-4761-AFA1-073113BCC3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 rot="16200000">
            <a:off x="-89280" y="760680"/>
            <a:ext cx="1034280" cy="653040"/>
          </a:xfrm>
          <a:prstGeom prst="parallelogram">
            <a:avLst>
              <a:gd name="adj" fmla="val 41328"/>
            </a:avLst>
          </a:prstGeom>
          <a:solidFill>
            <a:srgbClr val="B5E77D">
              <a:alpha val="49000"/>
            </a:srgbClr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6930720" y="121680"/>
            <a:ext cx="1089720" cy="448560"/>
          </a:xfrm>
          <a:prstGeom prst="parallelogram">
            <a:avLst>
              <a:gd name="adj" fmla="val 66375"/>
            </a:avLst>
          </a:prstGeom>
          <a:solidFill>
            <a:srgbClr val="81ACA6">
              <a:alpha val="39000"/>
            </a:srgbClr>
          </a:solidFill>
          <a:ln w="10800">
            <a:noFill/>
          </a:ln>
          <a:effectLst>
            <a:outerShdw dist="0" dir="0" rotWithShape="0">
              <a:srgbClr val="B2B2B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244800" y="217440"/>
            <a:ext cx="8654040" cy="587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01823" dir="2700000" blurRad="3816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/>
            <a:endParaRPr lang="en-US" sz="1400" b="0" u="none" strike="noStrik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7229160" y="196200"/>
            <a:ext cx="821160" cy="1383480"/>
          </a:xfrm>
          <a:prstGeom prst="rect">
            <a:avLst/>
          </a:prstGeom>
          <a:solidFill>
            <a:srgbClr val="81ACA6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244800" y="570240"/>
            <a:ext cx="8102160" cy="762120"/>
          </a:xfrm>
          <a:prstGeom prst="rect">
            <a:avLst/>
          </a:prstGeom>
          <a:solidFill>
            <a:srgbClr val="B5E77D"/>
          </a:solidFill>
          <a:ln w="38160">
            <a:solidFill>
              <a:srgbClr val="91D93F"/>
            </a:solidFill>
            <a:round/>
          </a:ln>
          <a:effectLst>
            <a:outerShdw dist="17819" dir="2700000" blurRad="12600" rotWithShape="0">
              <a:srgbClr val="B2B2B2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101160" y="570240"/>
            <a:ext cx="225360" cy="762120"/>
          </a:xfrm>
          <a:prstGeom prst="rect">
            <a:avLst/>
          </a:prstGeom>
          <a:solidFill>
            <a:srgbClr val="B5E77D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7229160" y="121680"/>
            <a:ext cx="820800" cy="95760"/>
          </a:xfrm>
          <a:prstGeom prst="rect">
            <a:avLst/>
          </a:prstGeom>
          <a:solidFill>
            <a:srgbClr val="81ACA6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89600" y="543960"/>
            <a:ext cx="7837560" cy="76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307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307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307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89600" y="1632600"/>
            <a:ext cx="8164080" cy="4354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tIns="0" rIns="0" bIns="0" anchor="t">
            <a:spAutoFit/>
          </a:bodyPr>
          <a:lstStyle>
            <a:lvl1pPr algn="l">
              <a:spcAft>
                <a:spcPts val="1276"/>
              </a:spcAft>
              <a:buClr>
                <a:srgbClr val="91D93F"/>
              </a:buClr>
              <a:buSzPct val="45000"/>
              <a:buFont typeface="Wingdings" charset="2"/>
              <a:buChar char=""/>
              <a:defRPr lang="en-US" sz="2420" b="0" u="none" strike="noStrike">
                <a:solidFill>
                  <a:srgbClr val="666666"/>
                </a:solidFill>
                <a:effectLst/>
                <a:uFillTx/>
                <a:latin typeface="Times New Roman"/>
              </a:defRPr>
            </a:lvl1pPr>
            <a:lvl2pPr lvl="1" algn="l">
              <a:spcAft>
                <a:spcPts val="1020"/>
              </a:spcAft>
              <a:buClr>
                <a:srgbClr val="91D93F"/>
              </a:buClr>
              <a:buSzPct val="75000"/>
              <a:buFont typeface="Symbol" charset="2"/>
              <a:buChar char=""/>
              <a:defRPr lang="en-US" sz="2920" b="0" u="none" strike="noStrike">
                <a:solidFill>
                  <a:srgbClr val="666666"/>
                </a:solidFill>
                <a:effectLst/>
                <a:uFillTx/>
                <a:latin typeface="Times New Roman"/>
              </a:defRPr>
            </a:lvl2pPr>
            <a:lvl3pPr lvl="2" algn="l">
              <a:spcAft>
                <a:spcPts val="763"/>
              </a:spcAft>
              <a:buClr>
                <a:srgbClr val="91D93F"/>
              </a:buClr>
              <a:buSzPct val="45000"/>
              <a:buFont typeface="Wingdings 2" charset="2"/>
              <a:buChar char=""/>
              <a:defRPr lang="en-US" sz="3530" b="0" u="none" strike="noStrike">
                <a:solidFill>
                  <a:srgbClr val="666666"/>
                </a:solidFill>
                <a:effectLst/>
                <a:uFillTx/>
                <a:latin typeface="Times New Roman"/>
              </a:defRPr>
            </a:lvl3pPr>
            <a:lvl4pPr lvl="3" algn="l">
              <a:spcAft>
                <a:spcPts val="505"/>
              </a:spcAft>
              <a:buClr>
                <a:srgbClr val="91D93F"/>
              </a:buClr>
              <a:buSzPct val="45000"/>
              <a:buFont typeface="Wingdings" charset="2"/>
              <a:buChar char=""/>
              <a:defRPr lang="en-US" sz="4270" b="0" u="none" strike="noStrike">
                <a:solidFill>
                  <a:srgbClr val="666666"/>
                </a:solidFill>
                <a:effectLst/>
                <a:uFillTx/>
                <a:latin typeface="Times New Roman"/>
              </a:defRPr>
            </a:lvl4pPr>
            <a:lvl5pPr lvl="4" algn="l">
              <a:spcAft>
                <a:spcPts val="249"/>
              </a:spcAft>
              <a:buClr>
                <a:srgbClr val="91D93F"/>
              </a:buClr>
              <a:buSzPct val="45000"/>
              <a:buFont typeface="Wingdings" charset="2"/>
              <a:buChar char=""/>
              <a:defRPr lang="en-US" sz="5170" b="0" u="none" strike="noStrike">
                <a:solidFill>
                  <a:srgbClr val="666666"/>
                </a:solidFill>
                <a:effectLst/>
                <a:uFillTx/>
                <a:latin typeface="Times New Roman"/>
              </a:defRPr>
            </a:lvl5pPr>
            <a:lvl6pPr lvl="5" algn="l">
              <a:spcAft>
                <a:spcPts val="300"/>
              </a:spcAft>
              <a:buClr>
                <a:srgbClr val="91D93F"/>
              </a:buClr>
              <a:buSzPct val="45000"/>
              <a:buFont typeface="Wingdings" charset="2"/>
              <a:buChar char=""/>
              <a:defRPr lang="en-US" sz="6250" b="0" u="none" strike="noStrike">
                <a:solidFill>
                  <a:srgbClr val="666666"/>
                </a:solidFill>
                <a:effectLst/>
                <a:uFillTx/>
                <a:latin typeface="Times New Roman"/>
              </a:defRPr>
            </a:lvl6pPr>
            <a:lvl7pPr lvl="6" algn="l">
              <a:spcAft>
                <a:spcPts val="363"/>
              </a:spcAft>
              <a:buClr>
                <a:srgbClr val="91D93F"/>
              </a:buClr>
              <a:buSzPct val="45000"/>
              <a:buFont typeface="Wingdings" charset="2"/>
              <a:buChar char=""/>
              <a:defRPr lang="en-US" sz="7550" b="0" u="none" strike="noStrike">
                <a:solidFill>
                  <a:srgbClr val="666666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spcAft>
                <a:spcPts val="1276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en-US" sz="242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42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1020"/>
              </a:spcAft>
              <a:buClr>
                <a:srgbClr val="91D93F"/>
              </a:buClr>
              <a:buSzPct val="75000"/>
              <a:buFont typeface="Symbol" charset="2"/>
              <a:buChar char=""/>
            </a:pPr>
            <a:r>
              <a:rPr lang="en-US" sz="292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92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spcAft>
                <a:spcPts val="763"/>
              </a:spcAft>
              <a:buClr>
                <a:srgbClr val="91D93F"/>
              </a:buClr>
              <a:buSzPct val="45000"/>
              <a:buFont typeface="Wingdings 2" charset="2"/>
              <a:buChar char=""/>
            </a:pPr>
            <a:r>
              <a:rPr lang="en-US" sz="353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Third Outline Level</a:t>
            </a:r>
            <a:endParaRPr lang="en-US" sz="353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spcAft>
                <a:spcPts val="505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en-US" sz="427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427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spcAft>
                <a:spcPts val="249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en-US" sz="517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Fifth Outline Level</a:t>
            </a:r>
            <a:endParaRPr lang="en-US" sz="517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spcAft>
                <a:spcPts val="300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en-US" sz="625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Sixth Outline Level</a:t>
            </a:r>
            <a:endParaRPr lang="en-US" sz="625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spcAft>
                <a:spcPts val="363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en-US" sz="755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755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34"/>
          </p:nvPr>
        </p:nvSpPr>
        <p:spPr>
          <a:xfrm>
            <a:off x="457200" y="6246720"/>
            <a:ext cx="2130120" cy="47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EEEEEE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EEEEEE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ftr" idx="35"/>
          </p:nvPr>
        </p:nvSpPr>
        <p:spPr>
          <a:xfrm>
            <a:off x="3126960" y="6246720"/>
            <a:ext cx="2898360" cy="47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EEEEEE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EEEEEE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sldNum" idx="36"/>
          </p:nvPr>
        </p:nvSpPr>
        <p:spPr>
          <a:xfrm>
            <a:off x="6555600" y="6246720"/>
            <a:ext cx="2130120" cy="47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EEEEEE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935FCDB-E11D-483F-9C44-F56EE998C9FD}" type="slidenum">
              <a:rPr lang="en-US" sz="1400" b="0" u="none" strike="noStrike">
                <a:solidFill>
                  <a:srgbClr val="EEEEEE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Digital Solutions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Modern Societal Challenges</a:t>
            </a:r>
            <a:endParaRPr lang="en-US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Urbanization &amp; Logistics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Rapid growth of African urban centers</a:t>
            </a:r>
            <a:endParaRPr lang="en-US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necessity for optimized logistical routing (TSP)</a:t>
            </a:r>
            <a:endParaRPr lang="en-US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Environmental challenges of poor waste management</a:t>
            </a:r>
            <a:endParaRPr lang="en-US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Digital Solutions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Leveraging full-stack web applications for municipalities</a:t>
            </a:r>
            <a:endParaRPr lang="en-US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Translating traditional communal problem-solving to tech</a:t>
            </a:r>
            <a:endParaRPr lang="en-US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Building scalable React-based infrastructure</a:t>
            </a:r>
            <a:endParaRPr lang="en-US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Gender Awareness in STEM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Promoting inclusive educational initiatives</a:t>
            </a:r>
            <a:endParaRPr lang="en-US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Ensuring equitable access to technological tools</a:t>
            </a:r>
            <a:endParaRPr lang="en-US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Collaborative teamwork as a pillar for success</a:t>
            </a:r>
            <a:endParaRPr lang="en-US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LibreOffice/26.8.0.3$Linux_X86_64 LibreOffice_project/680$Build-3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2026-09-30T07:50:17Z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