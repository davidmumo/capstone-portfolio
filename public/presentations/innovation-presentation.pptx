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1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0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5E3B59D-1BB5-41D1-9C1F-F70A6447879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54B0084-914E-4C9C-B57F-86F3D7BEEC6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7D3E584-1484-462C-BDB2-8B1DE6B82FA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54E2BA2-23B2-47DF-8E89-BD98281A05D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9310580-FB25-42CB-BB9A-2B765D4305B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7A112DA-F2D1-4261-A8EE-556FF1575D3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622512D-8DCD-4C09-8426-FB6CC273B19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12D544D-4049-412A-8701-2632C249547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3A32164-D2F0-4C75-8B1A-1AE94CFA0FA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C6DB6E1-0C36-46F0-82B5-06452F066FD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pic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Double-click to add an Image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33196C3-264E-460C-8FCD-B41E12F8CEF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Forestb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653040" y="217440"/>
            <a:ext cx="10885680" cy="108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PlaceHolder 2"/>
          <p:cNvSpPr>
            <a:spLocks noGrp="1"/>
          </p:cNvSpPr>
          <p:nvPr>
            <p:ph/>
          </p:nvPr>
        </p:nvSpPr>
        <p:spPr>
          <a:xfrm>
            <a:off x="653040" y="1523880"/>
            <a:ext cx="10885680" cy="4136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281"/>
              </a:spcBef>
              <a:buNone/>
            </a:pPr>
            <a:endParaRPr lang="en-US" sz="2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6"/>
          </p:nvPr>
        </p:nvSpPr>
        <p:spPr/>
        <p:txBody>
          <a:bodyPr/>
          <a:p>
            <a:fld id="{C3ECC12F-A3B7-4435-B3C7-BF3C3DE509E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Forestb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653040" y="217440"/>
            <a:ext cx="10885680" cy="108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PlaceHolder 2"/>
          <p:cNvSpPr>
            <a:spLocks noGrp="1"/>
          </p:cNvSpPr>
          <p:nvPr>
            <p:ph type="subTitle"/>
          </p:nvPr>
        </p:nvSpPr>
        <p:spPr>
          <a:xfrm>
            <a:off x="653040" y="1523880"/>
            <a:ext cx="10885680" cy="4136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6"/>
          </p:nvPr>
        </p:nvSpPr>
        <p:spPr/>
        <p:txBody>
          <a:bodyPr/>
          <a:p>
            <a:fld id="{04665114-C5BE-4C40-A37E-F145CE3E31C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"/>
          <p:cNvSpPr/>
          <p:nvPr/>
        </p:nvSpPr>
        <p:spPr>
          <a:xfrm>
            <a:off x="0" y="6095880"/>
            <a:ext cx="12191760" cy="762120"/>
          </a:xfrm>
          <a:prstGeom prst="rect">
            <a:avLst/>
          </a:prstGeom>
          <a:solidFill>
            <a:srgbClr val="9ECF6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61" name=""/>
          <p:cNvGrpSpPr/>
          <p:nvPr/>
        </p:nvGrpSpPr>
        <p:grpSpPr>
          <a:xfrm>
            <a:off x="3298680" y="5693760"/>
            <a:ext cx="613440" cy="803520"/>
            <a:chOff x="3298680" y="5693760"/>
            <a:chExt cx="613440" cy="803520"/>
          </a:xfrm>
        </p:grpSpPr>
        <p:sp>
          <p:nvSpPr>
            <p:cNvPr id="62" name=""/>
            <p:cNvSpPr/>
            <p:nvPr/>
          </p:nvSpPr>
          <p:spPr>
            <a:xfrm>
              <a:off x="3804480" y="6244200"/>
              <a:ext cx="107640" cy="117360"/>
            </a:xfrm>
            <a:custGeom>
              <a:avLst/>
              <a:gdLst/>
              <a:ahLst/>
              <a:rect l="0" t="0" r="r" b="b"/>
              <a:pathLst>
                <a:path w="299" h="326">
                  <a:moveTo>
                    <a:pt x="299" y="163"/>
                  </a:moveTo>
                  <a:cubicBezTo>
                    <a:pt x="299" y="192"/>
                    <a:pt x="292" y="220"/>
                    <a:pt x="279" y="245"/>
                  </a:cubicBezTo>
                  <a:cubicBezTo>
                    <a:pt x="265" y="270"/>
                    <a:pt x="247" y="290"/>
                    <a:pt x="224" y="305"/>
                  </a:cubicBezTo>
                  <a:cubicBezTo>
                    <a:pt x="201" y="319"/>
                    <a:pt x="176" y="326"/>
                    <a:pt x="150" y="326"/>
                  </a:cubicBezTo>
                  <a:cubicBezTo>
                    <a:pt x="124" y="326"/>
                    <a:pt x="98" y="319"/>
                    <a:pt x="75" y="305"/>
                  </a:cubicBezTo>
                  <a:cubicBezTo>
                    <a:pt x="52" y="290"/>
                    <a:pt x="34" y="270"/>
                    <a:pt x="21" y="245"/>
                  </a:cubicBezTo>
                  <a:cubicBezTo>
                    <a:pt x="8" y="220"/>
                    <a:pt x="0" y="192"/>
                    <a:pt x="0" y="163"/>
                  </a:cubicBezTo>
                  <a:cubicBezTo>
                    <a:pt x="0" y="134"/>
                    <a:pt x="8" y="106"/>
                    <a:pt x="21" y="81"/>
                  </a:cubicBezTo>
                  <a:cubicBezTo>
                    <a:pt x="34" y="57"/>
                    <a:pt x="52" y="36"/>
                    <a:pt x="75" y="22"/>
                  </a:cubicBezTo>
                  <a:cubicBezTo>
                    <a:pt x="98" y="7"/>
                    <a:pt x="124" y="0"/>
                    <a:pt x="150" y="0"/>
                  </a:cubicBezTo>
                  <a:cubicBezTo>
                    <a:pt x="176" y="0"/>
                    <a:pt x="201" y="7"/>
                    <a:pt x="224" y="22"/>
                  </a:cubicBezTo>
                  <a:cubicBezTo>
                    <a:pt x="247" y="36"/>
                    <a:pt x="265" y="57"/>
                    <a:pt x="279" y="81"/>
                  </a:cubicBezTo>
                  <a:cubicBezTo>
                    <a:pt x="292" y="106"/>
                    <a:pt x="299" y="134"/>
                    <a:pt x="299" y="163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pPr/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3" name=""/>
            <p:cNvSpPr/>
            <p:nvPr/>
          </p:nvSpPr>
          <p:spPr>
            <a:xfrm>
              <a:off x="3687120" y="6230520"/>
              <a:ext cx="185760" cy="234360"/>
            </a:xfrm>
            <a:custGeom>
              <a:avLst/>
              <a:gdLst/>
              <a:ahLst/>
              <a:rect l="0" t="0" r="r" b="b"/>
              <a:pathLst>
                <a:path w="516" h="651">
                  <a:moveTo>
                    <a:pt x="487" y="547"/>
                  </a:moveTo>
                  <a:cubicBezTo>
                    <a:pt x="598" y="126"/>
                    <a:pt x="364" y="183"/>
                    <a:pt x="302" y="0"/>
                  </a:cubicBezTo>
                  <a:cubicBezTo>
                    <a:pt x="214" y="44"/>
                    <a:pt x="125" y="86"/>
                    <a:pt x="37" y="130"/>
                  </a:cubicBezTo>
                  <a:cubicBezTo>
                    <a:pt x="37" y="126"/>
                    <a:pt x="-44" y="533"/>
                    <a:pt x="33" y="622"/>
                  </a:cubicBezTo>
                  <a:cubicBezTo>
                    <a:pt x="94" y="689"/>
                    <a:pt x="464" y="633"/>
                    <a:pt x="487" y="547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pPr/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4" name=""/>
            <p:cNvSpPr/>
            <p:nvPr/>
          </p:nvSpPr>
          <p:spPr>
            <a:xfrm>
              <a:off x="3700080" y="6361200"/>
              <a:ext cx="110160" cy="57240"/>
            </a:xfrm>
            <a:custGeom>
              <a:avLst/>
              <a:gdLst/>
              <a:ahLst/>
              <a:rect l="0" t="0" r="r" b="b"/>
              <a:pathLst>
                <a:path w="306" h="159">
                  <a:moveTo>
                    <a:pt x="41" y="76"/>
                  </a:moveTo>
                  <a:cubicBezTo>
                    <a:pt x="63" y="53"/>
                    <a:pt x="90" y="32"/>
                    <a:pt x="120" y="21"/>
                  </a:cubicBezTo>
                  <a:cubicBezTo>
                    <a:pt x="179" y="-6"/>
                    <a:pt x="247" y="-6"/>
                    <a:pt x="306" y="17"/>
                  </a:cubicBezTo>
                  <a:cubicBezTo>
                    <a:pt x="242" y="17"/>
                    <a:pt x="186" y="21"/>
                    <a:pt x="131" y="46"/>
                  </a:cubicBezTo>
                  <a:cubicBezTo>
                    <a:pt x="105" y="57"/>
                    <a:pt x="79" y="73"/>
                    <a:pt x="57" y="91"/>
                  </a:cubicBezTo>
                  <a:cubicBezTo>
                    <a:pt x="38" y="110"/>
                    <a:pt x="16" y="132"/>
                    <a:pt x="0" y="159"/>
                  </a:cubicBezTo>
                  <a:cubicBezTo>
                    <a:pt x="5" y="128"/>
                    <a:pt x="18" y="98"/>
                    <a:pt x="41" y="76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pPr/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5" name=""/>
            <p:cNvSpPr/>
            <p:nvPr/>
          </p:nvSpPr>
          <p:spPr>
            <a:xfrm>
              <a:off x="3565080" y="6211800"/>
              <a:ext cx="158400" cy="285480"/>
            </a:xfrm>
            <a:custGeom>
              <a:avLst/>
              <a:gdLst/>
              <a:ahLst/>
              <a:rect l="0" t="0" r="r" b="b"/>
              <a:pathLst>
                <a:path w="440" h="793">
                  <a:moveTo>
                    <a:pt x="351" y="744"/>
                  </a:moveTo>
                  <a:cubicBezTo>
                    <a:pt x="440" y="651"/>
                    <a:pt x="437" y="239"/>
                    <a:pt x="440" y="33"/>
                  </a:cubicBezTo>
                  <a:cubicBezTo>
                    <a:pt x="313" y="22"/>
                    <a:pt x="186" y="11"/>
                    <a:pt x="60" y="0"/>
                  </a:cubicBezTo>
                  <a:cubicBezTo>
                    <a:pt x="57" y="0"/>
                    <a:pt x="-47" y="655"/>
                    <a:pt x="27" y="744"/>
                  </a:cubicBezTo>
                  <a:cubicBezTo>
                    <a:pt x="82" y="811"/>
                    <a:pt x="288" y="807"/>
                    <a:pt x="351" y="744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pPr/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6" name=""/>
            <p:cNvSpPr/>
            <p:nvPr/>
          </p:nvSpPr>
          <p:spPr>
            <a:xfrm>
              <a:off x="3426120" y="6211800"/>
              <a:ext cx="158760" cy="285480"/>
            </a:xfrm>
            <a:custGeom>
              <a:avLst/>
              <a:gdLst/>
              <a:ahLst/>
              <a:rect l="0" t="0" r="r" b="b"/>
              <a:pathLst>
                <a:path w="441" h="793">
                  <a:moveTo>
                    <a:pt x="90" y="744"/>
                  </a:moveTo>
                  <a:cubicBezTo>
                    <a:pt x="0" y="651"/>
                    <a:pt x="4" y="239"/>
                    <a:pt x="0" y="33"/>
                  </a:cubicBezTo>
                  <a:cubicBezTo>
                    <a:pt x="127" y="22"/>
                    <a:pt x="253" y="11"/>
                    <a:pt x="380" y="0"/>
                  </a:cubicBezTo>
                  <a:cubicBezTo>
                    <a:pt x="391" y="248"/>
                    <a:pt x="488" y="655"/>
                    <a:pt x="413" y="744"/>
                  </a:cubicBezTo>
                  <a:cubicBezTo>
                    <a:pt x="357" y="811"/>
                    <a:pt x="153" y="807"/>
                    <a:pt x="90" y="744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pPr/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7" name=""/>
            <p:cNvSpPr/>
            <p:nvPr/>
          </p:nvSpPr>
          <p:spPr>
            <a:xfrm>
              <a:off x="3569400" y="6364440"/>
              <a:ext cx="11160" cy="115200"/>
            </a:xfrm>
            <a:custGeom>
              <a:avLst/>
              <a:gdLst/>
              <a:ahLst/>
              <a:rect l="0" t="0" r="r" b="b"/>
              <a:pathLst>
                <a:path w="31" h="320">
                  <a:moveTo>
                    <a:pt x="0" y="161"/>
                  </a:moveTo>
                  <a:cubicBezTo>
                    <a:pt x="0" y="109"/>
                    <a:pt x="4" y="53"/>
                    <a:pt x="15" y="0"/>
                  </a:cubicBezTo>
                  <a:cubicBezTo>
                    <a:pt x="26" y="53"/>
                    <a:pt x="31" y="109"/>
                    <a:pt x="31" y="161"/>
                  </a:cubicBezTo>
                  <a:cubicBezTo>
                    <a:pt x="26" y="216"/>
                    <a:pt x="26" y="268"/>
                    <a:pt x="15" y="320"/>
                  </a:cubicBezTo>
                  <a:cubicBezTo>
                    <a:pt x="4" y="268"/>
                    <a:pt x="0" y="213"/>
                    <a:pt x="0" y="161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pPr/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8" name=""/>
            <p:cNvSpPr/>
            <p:nvPr/>
          </p:nvSpPr>
          <p:spPr>
            <a:xfrm>
              <a:off x="3454200" y="6201000"/>
              <a:ext cx="241200" cy="232920"/>
            </a:xfrm>
            <a:custGeom>
              <a:avLst/>
              <a:gdLst/>
              <a:ahLst/>
              <a:rect l="0" t="0" r="r" b="b"/>
              <a:pathLst>
                <a:path w="670" h="647">
                  <a:moveTo>
                    <a:pt x="335" y="647"/>
                  </a:moveTo>
                  <a:cubicBezTo>
                    <a:pt x="224" y="532"/>
                    <a:pt x="0" y="472"/>
                    <a:pt x="0" y="305"/>
                  </a:cubicBezTo>
                  <a:cubicBezTo>
                    <a:pt x="0" y="137"/>
                    <a:pt x="149" y="0"/>
                    <a:pt x="335" y="0"/>
                  </a:cubicBezTo>
                  <a:cubicBezTo>
                    <a:pt x="521" y="0"/>
                    <a:pt x="670" y="137"/>
                    <a:pt x="670" y="305"/>
                  </a:cubicBezTo>
                  <a:cubicBezTo>
                    <a:pt x="670" y="472"/>
                    <a:pt x="446" y="532"/>
                    <a:pt x="335" y="647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pPr/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9" name=""/>
            <p:cNvSpPr/>
            <p:nvPr/>
          </p:nvSpPr>
          <p:spPr>
            <a:xfrm>
              <a:off x="3668400" y="5693760"/>
              <a:ext cx="181440" cy="352440"/>
            </a:xfrm>
            <a:custGeom>
              <a:avLst/>
              <a:gdLst/>
              <a:ahLst/>
              <a:rect l="0" t="0" r="r" b="b"/>
              <a:pathLst>
                <a:path w="504" h="979">
                  <a:moveTo>
                    <a:pt x="45" y="429"/>
                  </a:moveTo>
                  <a:cubicBezTo>
                    <a:pt x="25" y="819"/>
                    <a:pt x="14" y="761"/>
                    <a:pt x="0" y="927"/>
                  </a:cubicBezTo>
                  <a:cubicBezTo>
                    <a:pt x="69" y="944"/>
                    <a:pt x="139" y="962"/>
                    <a:pt x="208" y="979"/>
                  </a:cubicBezTo>
                  <a:cubicBezTo>
                    <a:pt x="294" y="830"/>
                    <a:pt x="197" y="941"/>
                    <a:pt x="464" y="533"/>
                  </a:cubicBezTo>
                  <a:cubicBezTo>
                    <a:pt x="561" y="380"/>
                    <a:pt x="457" y="22"/>
                    <a:pt x="398" y="0"/>
                  </a:cubicBezTo>
                  <a:cubicBezTo>
                    <a:pt x="360" y="-11"/>
                    <a:pt x="52" y="228"/>
                    <a:pt x="45" y="429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pPr/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70" name=""/>
            <p:cNvSpPr/>
            <p:nvPr/>
          </p:nvSpPr>
          <p:spPr>
            <a:xfrm>
              <a:off x="3682800" y="5764320"/>
              <a:ext cx="131760" cy="278640"/>
            </a:xfrm>
            <a:custGeom>
              <a:avLst/>
              <a:gdLst/>
              <a:ahLst/>
              <a:rect l="0" t="0" r="r" b="b"/>
              <a:pathLst>
                <a:path w="366" h="774">
                  <a:moveTo>
                    <a:pt x="93" y="253"/>
                  </a:moveTo>
                  <a:cubicBezTo>
                    <a:pt x="23" y="632"/>
                    <a:pt x="31" y="578"/>
                    <a:pt x="0" y="740"/>
                  </a:cubicBezTo>
                  <a:cubicBezTo>
                    <a:pt x="46" y="752"/>
                    <a:pt x="92" y="763"/>
                    <a:pt x="138" y="774"/>
                  </a:cubicBezTo>
                  <a:cubicBezTo>
                    <a:pt x="204" y="620"/>
                    <a:pt x="138" y="747"/>
                    <a:pt x="338" y="312"/>
                  </a:cubicBezTo>
                  <a:cubicBezTo>
                    <a:pt x="392" y="201"/>
                    <a:pt x="361" y="19"/>
                    <a:pt x="306" y="1"/>
                  </a:cubicBezTo>
                  <a:cubicBezTo>
                    <a:pt x="268" y="-10"/>
                    <a:pt x="123" y="97"/>
                    <a:pt x="93" y="253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pPr/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71" name=""/>
            <p:cNvSpPr/>
            <p:nvPr/>
          </p:nvSpPr>
          <p:spPr>
            <a:xfrm>
              <a:off x="3298680" y="5693760"/>
              <a:ext cx="182520" cy="352440"/>
            </a:xfrm>
            <a:custGeom>
              <a:avLst/>
              <a:gdLst/>
              <a:ahLst/>
              <a:rect l="0" t="0" r="r" b="b"/>
              <a:pathLst>
                <a:path w="507" h="979">
                  <a:moveTo>
                    <a:pt x="462" y="429"/>
                  </a:moveTo>
                  <a:cubicBezTo>
                    <a:pt x="480" y="819"/>
                    <a:pt x="491" y="761"/>
                    <a:pt x="507" y="927"/>
                  </a:cubicBezTo>
                  <a:cubicBezTo>
                    <a:pt x="437" y="944"/>
                    <a:pt x="368" y="962"/>
                    <a:pt x="299" y="979"/>
                  </a:cubicBezTo>
                  <a:cubicBezTo>
                    <a:pt x="213" y="830"/>
                    <a:pt x="310" y="941"/>
                    <a:pt x="41" y="533"/>
                  </a:cubicBezTo>
                  <a:cubicBezTo>
                    <a:pt x="-59" y="380"/>
                    <a:pt x="48" y="22"/>
                    <a:pt x="109" y="0"/>
                  </a:cubicBezTo>
                  <a:cubicBezTo>
                    <a:pt x="145" y="-11"/>
                    <a:pt x="455" y="228"/>
                    <a:pt x="462" y="429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pPr/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72" name=""/>
            <p:cNvSpPr/>
            <p:nvPr/>
          </p:nvSpPr>
          <p:spPr>
            <a:xfrm>
              <a:off x="3334320" y="5764320"/>
              <a:ext cx="132120" cy="279720"/>
            </a:xfrm>
            <a:custGeom>
              <a:avLst/>
              <a:gdLst/>
              <a:ahLst/>
              <a:rect l="0" t="0" r="r" b="b"/>
              <a:pathLst>
                <a:path w="367" h="777">
                  <a:moveTo>
                    <a:pt x="274" y="253"/>
                  </a:moveTo>
                  <a:cubicBezTo>
                    <a:pt x="345" y="632"/>
                    <a:pt x="335" y="578"/>
                    <a:pt x="367" y="740"/>
                  </a:cubicBezTo>
                  <a:cubicBezTo>
                    <a:pt x="322" y="753"/>
                    <a:pt x="277" y="765"/>
                    <a:pt x="233" y="777"/>
                  </a:cubicBezTo>
                  <a:cubicBezTo>
                    <a:pt x="165" y="624"/>
                    <a:pt x="233" y="752"/>
                    <a:pt x="28" y="316"/>
                  </a:cubicBezTo>
                  <a:cubicBezTo>
                    <a:pt x="-24" y="201"/>
                    <a:pt x="2" y="19"/>
                    <a:pt x="62" y="1"/>
                  </a:cubicBezTo>
                  <a:cubicBezTo>
                    <a:pt x="98" y="-10"/>
                    <a:pt x="244" y="97"/>
                    <a:pt x="274" y="253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pPr/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73" name=""/>
            <p:cNvSpPr/>
            <p:nvPr/>
          </p:nvSpPr>
          <p:spPr>
            <a:xfrm>
              <a:off x="3329280" y="5907960"/>
              <a:ext cx="490680" cy="430200"/>
            </a:xfrm>
            <a:custGeom>
              <a:avLst/>
              <a:gdLst/>
              <a:ahLst/>
              <a:rect l="0" t="0" r="r" b="b"/>
              <a:pathLst>
                <a:path w="1363" h="1195">
                  <a:moveTo>
                    <a:pt x="682" y="0"/>
                  </a:moveTo>
                  <a:cubicBezTo>
                    <a:pt x="1057" y="0"/>
                    <a:pt x="1228" y="161"/>
                    <a:pt x="1228" y="384"/>
                  </a:cubicBezTo>
                  <a:cubicBezTo>
                    <a:pt x="1228" y="570"/>
                    <a:pt x="1510" y="846"/>
                    <a:pt x="1257" y="1027"/>
                  </a:cubicBezTo>
                  <a:cubicBezTo>
                    <a:pt x="1135" y="1116"/>
                    <a:pt x="926" y="1195"/>
                    <a:pt x="682" y="1195"/>
                  </a:cubicBezTo>
                  <a:cubicBezTo>
                    <a:pt x="436" y="1195"/>
                    <a:pt x="228" y="1116"/>
                    <a:pt x="105" y="1027"/>
                  </a:cubicBezTo>
                  <a:cubicBezTo>
                    <a:pt x="-148" y="842"/>
                    <a:pt x="135" y="570"/>
                    <a:pt x="135" y="384"/>
                  </a:cubicBezTo>
                  <a:cubicBezTo>
                    <a:pt x="135" y="161"/>
                    <a:pt x="302" y="0"/>
                    <a:pt x="682" y="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pPr/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74" name=""/>
            <p:cNvSpPr/>
            <p:nvPr/>
          </p:nvSpPr>
          <p:spPr>
            <a:xfrm>
              <a:off x="3358800" y="5966640"/>
              <a:ext cx="429120" cy="356040"/>
            </a:xfrm>
            <a:custGeom>
              <a:avLst/>
              <a:gdLst/>
              <a:ahLst/>
              <a:rect l="0" t="0" r="r" b="b"/>
              <a:pathLst>
                <a:path w="1192" h="989">
                  <a:moveTo>
                    <a:pt x="648" y="34"/>
                  </a:moveTo>
                  <a:cubicBezTo>
                    <a:pt x="616" y="-11"/>
                    <a:pt x="585" y="-11"/>
                    <a:pt x="551" y="34"/>
                  </a:cubicBezTo>
                  <a:cubicBezTo>
                    <a:pt x="474" y="134"/>
                    <a:pt x="351" y="351"/>
                    <a:pt x="343" y="530"/>
                  </a:cubicBezTo>
                  <a:cubicBezTo>
                    <a:pt x="202" y="510"/>
                    <a:pt x="42" y="518"/>
                    <a:pt x="8" y="593"/>
                  </a:cubicBezTo>
                  <a:cubicBezTo>
                    <a:pt x="-55" y="740"/>
                    <a:pt x="243" y="989"/>
                    <a:pt x="596" y="989"/>
                  </a:cubicBezTo>
                  <a:cubicBezTo>
                    <a:pt x="954" y="989"/>
                    <a:pt x="1247" y="740"/>
                    <a:pt x="1183" y="593"/>
                  </a:cubicBezTo>
                  <a:cubicBezTo>
                    <a:pt x="1159" y="518"/>
                    <a:pt x="994" y="510"/>
                    <a:pt x="857" y="530"/>
                  </a:cubicBezTo>
                  <a:cubicBezTo>
                    <a:pt x="849" y="351"/>
                    <a:pt x="727" y="134"/>
                    <a:pt x="648" y="34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pPr/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75" name=""/>
            <p:cNvSpPr/>
            <p:nvPr/>
          </p:nvSpPr>
          <p:spPr>
            <a:xfrm>
              <a:off x="3473280" y="6221160"/>
              <a:ext cx="202680" cy="73440"/>
            </a:xfrm>
            <a:custGeom>
              <a:avLst/>
              <a:gdLst/>
              <a:ahLst/>
              <a:rect l="0" t="0" r="r" b="b"/>
              <a:pathLst>
                <a:path w="563" h="204">
                  <a:moveTo>
                    <a:pt x="450" y="75"/>
                  </a:moveTo>
                  <a:cubicBezTo>
                    <a:pt x="409" y="78"/>
                    <a:pt x="364" y="67"/>
                    <a:pt x="330" y="44"/>
                  </a:cubicBezTo>
                  <a:cubicBezTo>
                    <a:pt x="312" y="34"/>
                    <a:pt x="297" y="19"/>
                    <a:pt x="282" y="0"/>
                  </a:cubicBezTo>
                  <a:cubicBezTo>
                    <a:pt x="271" y="19"/>
                    <a:pt x="253" y="34"/>
                    <a:pt x="233" y="44"/>
                  </a:cubicBezTo>
                  <a:cubicBezTo>
                    <a:pt x="196" y="67"/>
                    <a:pt x="156" y="78"/>
                    <a:pt x="115" y="75"/>
                  </a:cubicBezTo>
                  <a:cubicBezTo>
                    <a:pt x="74" y="75"/>
                    <a:pt x="32" y="59"/>
                    <a:pt x="2" y="34"/>
                  </a:cubicBezTo>
                  <a:cubicBezTo>
                    <a:pt x="-16" y="19"/>
                    <a:pt x="81" y="204"/>
                    <a:pt x="282" y="204"/>
                  </a:cubicBezTo>
                  <a:cubicBezTo>
                    <a:pt x="482" y="204"/>
                    <a:pt x="579" y="19"/>
                    <a:pt x="561" y="34"/>
                  </a:cubicBezTo>
                  <a:cubicBezTo>
                    <a:pt x="531" y="55"/>
                    <a:pt x="491" y="71"/>
                    <a:pt x="450" y="75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pPr/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76" name=""/>
            <p:cNvSpPr/>
            <p:nvPr/>
          </p:nvSpPr>
          <p:spPr>
            <a:xfrm>
              <a:off x="3628800" y="6019560"/>
              <a:ext cx="118800" cy="141120"/>
            </a:xfrm>
            <a:custGeom>
              <a:avLst/>
              <a:gdLst/>
              <a:ahLst/>
              <a:rect l="0" t="0" r="r" b="b"/>
              <a:pathLst>
                <a:path w="330" h="392">
                  <a:moveTo>
                    <a:pt x="114" y="10"/>
                  </a:moveTo>
                  <a:cubicBezTo>
                    <a:pt x="226" y="-34"/>
                    <a:pt x="301" y="73"/>
                    <a:pt x="319" y="132"/>
                  </a:cubicBezTo>
                  <a:cubicBezTo>
                    <a:pt x="349" y="222"/>
                    <a:pt x="311" y="322"/>
                    <a:pt x="301" y="345"/>
                  </a:cubicBezTo>
                  <a:cubicBezTo>
                    <a:pt x="292" y="360"/>
                    <a:pt x="211" y="431"/>
                    <a:pt x="28" y="364"/>
                  </a:cubicBezTo>
                  <a:cubicBezTo>
                    <a:pt x="32" y="364"/>
                    <a:pt x="-16" y="263"/>
                    <a:pt x="5" y="170"/>
                  </a:cubicBezTo>
                  <a:cubicBezTo>
                    <a:pt x="42" y="117"/>
                    <a:pt x="18" y="48"/>
                    <a:pt x="114" y="1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pPr/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77" name=""/>
            <p:cNvSpPr/>
            <p:nvPr/>
          </p:nvSpPr>
          <p:spPr>
            <a:xfrm>
              <a:off x="3630600" y="6011640"/>
              <a:ext cx="124200" cy="152640"/>
            </a:xfrm>
            <a:custGeom>
              <a:avLst/>
              <a:gdLst/>
              <a:ahLst/>
              <a:rect l="0" t="0" r="r" b="b"/>
              <a:pathLst>
                <a:path w="345" h="424">
                  <a:moveTo>
                    <a:pt x="41" y="69"/>
                  </a:moveTo>
                  <a:cubicBezTo>
                    <a:pt x="56" y="50"/>
                    <a:pt x="71" y="35"/>
                    <a:pt x="89" y="24"/>
                  </a:cubicBezTo>
                  <a:cubicBezTo>
                    <a:pt x="96" y="17"/>
                    <a:pt x="108" y="12"/>
                    <a:pt x="119" y="9"/>
                  </a:cubicBezTo>
                  <a:cubicBezTo>
                    <a:pt x="130" y="5"/>
                    <a:pt x="141" y="1"/>
                    <a:pt x="153" y="1"/>
                  </a:cubicBezTo>
                  <a:cubicBezTo>
                    <a:pt x="198" y="-6"/>
                    <a:pt x="242" y="17"/>
                    <a:pt x="272" y="46"/>
                  </a:cubicBezTo>
                  <a:cubicBezTo>
                    <a:pt x="302" y="76"/>
                    <a:pt x="326" y="119"/>
                    <a:pt x="338" y="162"/>
                  </a:cubicBezTo>
                  <a:cubicBezTo>
                    <a:pt x="349" y="207"/>
                    <a:pt x="347" y="254"/>
                    <a:pt x="335" y="299"/>
                  </a:cubicBezTo>
                  <a:cubicBezTo>
                    <a:pt x="331" y="322"/>
                    <a:pt x="324" y="344"/>
                    <a:pt x="313" y="363"/>
                  </a:cubicBezTo>
                  <a:cubicBezTo>
                    <a:pt x="312" y="365"/>
                    <a:pt x="310" y="368"/>
                    <a:pt x="309" y="370"/>
                  </a:cubicBezTo>
                  <a:cubicBezTo>
                    <a:pt x="309" y="374"/>
                    <a:pt x="309" y="377"/>
                    <a:pt x="309" y="381"/>
                  </a:cubicBezTo>
                  <a:cubicBezTo>
                    <a:pt x="308" y="382"/>
                    <a:pt x="307" y="384"/>
                    <a:pt x="306" y="385"/>
                  </a:cubicBezTo>
                  <a:cubicBezTo>
                    <a:pt x="302" y="388"/>
                    <a:pt x="298" y="392"/>
                    <a:pt x="290" y="396"/>
                  </a:cubicBezTo>
                  <a:cubicBezTo>
                    <a:pt x="279" y="404"/>
                    <a:pt x="272" y="408"/>
                    <a:pt x="261" y="411"/>
                  </a:cubicBezTo>
                  <a:cubicBezTo>
                    <a:pt x="220" y="426"/>
                    <a:pt x="179" y="426"/>
                    <a:pt x="138" y="422"/>
                  </a:cubicBezTo>
                  <a:cubicBezTo>
                    <a:pt x="96" y="415"/>
                    <a:pt x="60" y="404"/>
                    <a:pt x="23" y="385"/>
                  </a:cubicBezTo>
                  <a:cubicBezTo>
                    <a:pt x="60" y="392"/>
                    <a:pt x="100" y="404"/>
                    <a:pt x="138" y="404"/>
                  </a:cubicBezTo>
                  <a:cubicBezTo>
                    <a:pt x="174" y="404"/>
                    <a:pt x="216" y="399"/>
                    <a:pt x="250" y="385"/>
                  </a:cubicBezTo>
                  <a:cubicBezTo>
                    <a:pt x="257" y="381"/>
                    <a:pt x="265" y="377"/>
                    <a:pt x="272" y="370"/>
                  </a:cubicBezTo>
                  <a:cubicBezTo>
                    <a:pt x="275" y="367"/>
                    <a:pt x="279" y="367"/>
                    <a:pt x="279" y="363"/>
                  </a:cubicBezTo>
                  <a:cubicBezTo>
                    <a:pt x="280" y="361"/>
                    <a:pt x="281" y="358"/>
                    <a:pt x="283" y="356"/>
                  </a:cubicBezTo>
                  <a:cubicBezTo>
                    <a:pt x="290" y="336"/>
                    <a:pt x="295" y="318"/>
                    <a:pt x="302" y="299"/>
                  </a:cubicBezTo>
                  <a:cubicBezTo>
                    <a:pt x="309" y="259"/>
                    <a:pt x="313" y="218"/>
                    <a:pt x="302" y="180"/>
                  </a:cubicBezTo>
                  <a:cubicBezTo>
                    <a:pt x="295" y="143"/>
                    <a:pt x="272" y="109"/>
                    <a:pt x="246" y="84"/>
                  </a:cubicBezTo>
                  <a:cubicBezTo>
                    <a:pt x="220" y="57"/>
                    <a:pt x="186" y="39"/>
                    <a:pt x="153" y="42"/>
                  </a:cubicBezTo>
                  <a:cubicBezTo>
                    <a:pt x="145" y="42"/>
                    <a:pt x="134" y="42"/>
                    <a:pt x="127" y="46"/>
                  </a:cubicBezTo>
                  <a:cubicBezTo>
                    <a:pt x="119" y="50"/>
                    <a:pt x="108" y="50"/>
                    <a:pt x="101" y="53"/>
                  </a:cubicBezTo>
                  <a:cubicBezTo>
                    <a:pt x="82" y="61"/>
                    <a:pt x="67" y="73"/>
                    <a:pt x="56" y="87"/>
                  </a:cubicBezTo>
                  <a:cubicBezTo>
                    <a:pt x="30" y="109"/>
                    <a:pt x="12" y="146"/>
                    <a:pt x="0" y="191"/>
                  </a:cubicBezTo>
                  <a:cubicBezTo>
                    <a:pt x="0" y="146"/>
                    <a:pt x="15" y="105"/>
                    <a:pt x="41" y="69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pPr/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78" name=""/>
            <p:cNvSpPr/>
            <p:nvPr/>
          </p:nvSpPr>
          <p:spPr>
            <a:xfrm>
              <a:off x="3646440" y="6053040"/>
              <a:ext cx="69840" cy="85320"/>
            </a:xfrm>
            <a:custGeom>
              <a:avLst/>
              <a:gdLst/>
              <a:ahLst/>
              <a:rect l="0" t="0" r="r" b="b"/>
              <a:pathLst>
                <a:path w="194" h="237">
                  <a:moveTo>
                    <a:pt x="194" y="118"/>
                  </a:moveTo>
                  <a:cubicBezTo>
                    <a:pt x="194" y="139"/>
                    <a:pt x="190" y="160"/>
                    <a:pt x="182" y="178"/>
                  </a:cubicBezTo>
                  <a:cubicBezTo>
                    <a:pt x="173" y="196"/>
                    <a:pt x="160" y="210"/>
                    <a:pt x="146" y="221"/>
                  </a:cubicBezTo>
                  <a:cubicBezTo>
                    <a:pt x="130" y="231"/>
                    <a:pt x="114" y="237"/>
                    <a:pt x="97" y="237"/>
                  </a:cubicBezTo>
                  <a:cubicBezTo>
                    <a:pt x="80" y="237"/>
                    <a:pt x="63" y="231"/>
                    <a:pt x="49" y="221"/>
                  </a:cubicBezTo>
                  <a:cubicBezTo>
                    <a:pt x="33" y="210"/>
                    <a:pt x="22" y="196"/>
                    <a:pt x="14" y="178"/>
                  </a:cubicBezTo>
                  <a:cubicBezTo>
                    <a:pt x="5" y="160"/>
                    <a:pt x="0" y="139"/>
                    <a:pt x="0" y="118"/>
                  </a:cubicBezTo>
                  <a:cubicBezTo>
                    <a:pt x="0" y="98"/>
                    <a:pt x="5" y="77"/>
                    <a:pt x="14" y="59"/>
                  </a:cubicBezTo>
                  <a:cubicBezTo>
                    <a:pt x="22" y="41"/>
                    <a:pt x="33" y="25"/>
                    <a:pt x="49" y="16"/>
                  </a:cubicBezTo>
                  <a:cubicBezTo>
                    <a:pt x="63" y="5"/>
                    <a:pt x="80" y="0"/>
                    <a:pt x="97" y="0"/>
                  </a:cubicBezTo>
                  <a:cubicBezTo>
                    <a:pt x="114" y="0"/>
                    <a:pt x="130" y="5"/>
                    <a:pt x="146" y="16"/>
                  </a:cubicBezTo>
                  <a:cubicBezTo>
                    <a:pt x="160" y="25"/>
                    <a:pt x="173" y="41"/>
                    <a:pt x="182" y="59"/>
                  </a:cubicBezTo>
                  <a:cubicBezTo>
                    <a:pt x="190" y="77"/>
                    <a:pt x="194" y="98"/>
                    <a:pt x="194" y="118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pPr/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79" name=""/>
            <p:cNvSpPr/>
            <p:nvPr/>
          </p:nvSpPr>
          <p:spPr>
            <a:xfrm>
              <a:off x="3402000" y="6019560"/>
              <a:ext cx="117720" cy="141120"/>
            </a:xfrm>
            <a:custGeom>
              <a:avLst/>
              <a:gdLst/>
              <a:ahLst/>
              <a:rect l="0" t="0" r="r" b="b"/>
              <a:pathLst>
                <a:path w="327" h="392">
                  <a:moveTo>
                    <a:pt x="215" y="10"/>
                  </a:moveTo>
                  <a:cubicBezTo>
                    <a:pt x="103" y="-34"/>
                    <a:pt x="30" y="73"/>
                    <a:pt x="11" y="132"/>
                  </a:cubicBezTo>
                  <a:cubicBezTo>
                    <a:pt x="-19" y="222"/>
                    <a:pt x="17" y="322"/>
                    <a:pt x="30" y="345"/>
                  </a:cubicBezTo>
                  <a:cubicBezTo>
                    <a:pt x="36" y="360"/>
                    <a:pt x="119" y="431"/>
                    <a:pt x="300" y="364"/>
                  </a:cubicBezTo>
                  <a:cubicBezTo>
                    <a:pt x="296" y="364"/>
                    <a:pt x="340" y="263"/>
                    <a:pt x="322" y="170"/>
                  </a:cubicBezTo>
                  <a:cubicBezTo>
                    <a:pt x="287" y="117"/>
                    <a:pt x="311" y="48"/>
                    <a:pt x="215" y="1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pPr/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80" name=""/>
            <p:cNvSpPr/>
            <p:nvPr/>
          </p:nvSpPr>
          <p:spPr>
            <a:xfrm>
              <a:off x="3393720" y="6013080"/>
              <a:ext cx="124920" cy="150480"/>
            </a:xfrm>
            <a:custGeom>
              <a:avLst/>
              <a:gdLst/>
              <a:ahLst/>
              <a:rect l="0" t="0" r="r" b="b"/>
              <a:pathLst>
                <a:path w="347" h="418">
                  <a:moveTo>
                    <a:pt x="291" y="80"/>
                  </a:moveTo>
                  <a:cubicBezTo>
                    <a:pt x="277" y="65"/>
                    <a:pt x="261" y="53"/>
                    <a:pt x="247" y="46"/>
                  </a:cubicBezTo>
                  <a:cubicBezTo>
                    <a:pt x="239" y="42"/>
                    <a:pt x="228" y="38"/>
                    <a:pt x="220" y="38"/>
                  </a:cubicBezTo>
                  <a:cubicBezTo>
                    <a:pt x="213" y="35"/>
                    <a:pt x="202" y="35"/>
                    <a:pt x="195" y="35"/>
                  </a:cubicBezTo>
                  <a:cubicBezTo>
                    <a:pt x="161" y="35"/>
                    <a:pt x="123" y="49"/>
                    <a:pt x="101" y="76"/>
                  </a:cubicBezTo>
                  <a:cubicBezTo>
                    <a:pt x="75" y="101"/>
                    <a:pt x="53" y="139"/>
                    <a:pt x="46" y="173"/>
                  </a:cubicBezTo>
                  <a:cubicBezTo>
                    <a:pt x="39" y="210"/>
                    <a:pt x="39" y="250"/>
                    <a:pt x="46" y="291"/>
                  </a:cubicBezTo>
                  <a:cubicBezTo>
                    <a:pt x="49" y="311"/>
                    <a:pt x="57" y="332"/>
                    <a:pt x="64" y="347"/>
                  </a:cubicBezTo>
                  <a:cubicBezTo>
                    <a:pt x="65" y="349"/>
                    <a:pt x="66" y="353"/>
                    <a:pt x="68" y="355"/>
                  </a:cubicBezTo>
                  <a:cubicBezTo>
                    <a:pt x="71" y="359"/>
                    <a:pt x="75" y="359"/>
                    <a:pt x="75" y="363"/>
                  </a:cubicBezTo>
                  <a:cubicBezTo>
                    <a:pt x="83" y="366"/>
                    <a:pt x="91" y="373"/>
                    <a:pt x="98" y="377"/>
                  </a:cubicBezTo>
                  <a:cubicBezTo>
                    <a:pt x="132" y="392"/>
                    <a:pt x="168" y="400"/>
                    <a:pt x="209" y="395"/>
                  </a:cubicBezTo>
                  <a:cubicBezTo>
                    <a:pt x="247" y="395"/>
                    <a:pt x="288" y="388"/>
                    <a:pt x="325" y="377"/>
                  </a:cubicBezTo>
                  <a:cubicBezTo>
                    <a:pt x="288" y="395"/>
                    <a:pt x="250" y="407"/>
                    <a:pt x="209" y="415"/>
                  </a:cubicBezTo>
                  <a:cubicBezTo>
                    <a:pt x="168" y="422"/>
                    <a:pt x="127" y="418"/>
                    <a:pt x="87" y="404"/>
                  </a:cubicBezTo>
                  <a:cubicBezTo>
                    <a:pt x="75" y="400"/>
                    <a:pt x="68" y="395"/>
                    <a:pt x="57" y="388"/>
                  </a:cubicBezTo>
                  <a:cubicBezTo>
                    <a:pt x="53" y="384"/>
                    <a:pt x="46" y="381"/>
                    <a:pt x="42" y="377"/>
                  </a:cubicBezTo>
                  <a:cubicBezTo>
                    <a:pt x="41" y="376"/>
                    <a:pt x="40" y="375"/>
                    <a:pt x="39" y="373"/>
                  </a:cubicBezTo>
                  <a:cubicBezTo>
                    <a:pt x="37" y="372"/>
                    <a:pt x="36" y="371"/>
                    <a:pt x="35" y="370"/>
                  </a:cubicBezTo>
                  <a:cubicBezTo>
                    <a:pt x="35" y="369"/>
                    <a:pt x="35" y="367"/>
                    <a:pt x="35" y="366"/>
                  </a:cubicBezTo>
                  <a:cubicBezTo>
                    <a:pt x="34" y="365"/>
                    <a:pt x="33" y="364"/>
                    <a:pt x="30" y="363"/>
                  </a:cubicBezTo>
                  <a:cubicBezTo>
                    <a:pt x="23" y="340"/>
                    <a:pt x="16" y="321"/>
                    <a:pt x="8" y="298"/>
                  </a:cubicBezTo>
                  <a:cubicBezTo>
                    <a:pt x="-3" y="255"/>
                    <a:pt x="-3" y="210"/>
                    <a:pt x="5" y="162"/>
                  </a:cubicBezTo>
                  <a:cubicBezTo>
                    <a:pt x="16" y="117"/>
                    <a:pt x="42" y="76"/>
                    <a:pt x="71" y="46"/>
                  </a:cubicBezTo>
                  <a:cubicBezTo>
                    <a:pt x="105" y="17"/>
                    <a:pt x="146" y="-6"/>
                    <a:pt x="191" y="1"/>
                  </a:cubicBezTo>
                  <a:cubicBezTo>
                    <a:pt x="202" y="1"/>
                    <a:pt x="213" y="5"/>
                    <a:pt x="224" y="8"/>
                  </a:cubicBezTo>
                  <a:cubicBezTo>
                    <a:pt x="236" y="13"/>
                    <a:pt x="243" y="17"/>
                    <a:pt x="254" y="24"/>
                  </a:cubicBezTo>
                  <a:cubicBezTo>
                    <a:pt x="272" y="35"/>
                    <a:pt x="288" y="49"/>
                    <a:pt x="302" y="69"/>
                  </a:cubicBezTo>
                  <a:cubicBezTo>
                    <a:pt x="329" y="98"/>
                    <a:pt x="343" y="142"/>
                    <a:pt x="347" y="187"/>
                  </a:cubicBezTo>
                  <a:cubicBezTo>
                    <a:pt x="336" y="146"/>
                    <a:pt x="320" y="105"/>
                    <a:pt x="291" y="8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pPr/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81" name=""/>
            <p:cNvSpPr/>
            <p:nvPr/>
          </p:nvSpPr>
          <p:spPr>
            <a:xfrm>
              <a:off x="3431520" y="6053040"/>
              <a:ext cx="69480" cy="85320"/>
            </a:xfrm>
            <a:custGeom>
              <a:avLst/>
              <a:gdLst/>
              <a:ahLst/>
              <a:rect l="0" t="0" r="r" b="b"/>
              <a:pathLst>
                <a:path w="193" h="237">
                  <a:moveTo>
                    <a:pt x="193" y="118"/>
                  </a:moveTo>
                  <a:cubicBezTo>
                    <a:pt x="193" y="139"/>
                    <a:pt x="189" y="160"/>
                    <a:pt x="180" y="178"/>
                  </a:cubicBezTo>
                  <a:cubicBezTo>
                    <a:pt x="172" y="196"/>
                    <a:pt x="160" y="210"/>
                    <a:pt x="145" y="221"/>
                  </a:cubicBezTo>
                  <a:cubicBezTo>
                    <a:pt x="131" y="231"/>
                    <a:pt x="114" y="237"/>
                    <a:pt x="97" y="237"/>
                  </a:cubicBezTo>
                  <a:cubicBezTo>
                    <a:pt x="80" y="237"/>
                    <a:pt x="63" y="231"/>
                    <a:pt x="48" y="221"/>
                  </a:cubicBezTo>
                  <a:cubicBezTo>
                    <a:pt x="34" y="210"/>
                    <a:pt x="22" y="196"/>
                    <a:pt x="13" y="178"/>
                  </a:cubicBezTo>
                  <a:cubicBezTo>
                    <a:pt x="5" y="160"/>
                    <a:pt x="0" y="139"/>
                    <a:pt x="0" y="118"/>
                  </a:cubicBezTo>
                  <a:cubicBezTo>
                    <a:pt x="0" y="98"/>
                    <a:pt x="5" y="77"/>
                    <a:pt x="13" y="59"/>
                  </a:cubicBezTo>
                  <a:cubicBezTo>
                    <a:pt x="22" y="41"/>
                    <a:pt x="34" y="25"/>
                    <a:pt x="48" y="16"/>
                  </a:cubicBezTo>
                  <a:cubicBezTo>
                    <a:pt x="63" y="5"/>
                    <a:pt x="80" y="0"/>
                    <a:pt x="97" y="0"/>
                  </a:cubicBezTo>
                  <a:cubicBezTo>
                    <a:pt x="114" y="0"/>
                    <a:pt x="131" y="5"/>
                    <a:pt x="145" y="16"/>
                  </a:cubicBezTo>
                  <a:cubicBezTo>
                    <a:pt x="160" y="25"/>
                    <a:pt x="172" y="41"/>
                    <a:pt x="180" y="59"/>
                  </a:cubicBezTo>
                  <a:cubicBezTo>
                    <a:pt x="189" y="77"/>
                    <a:pt x="193" y="98"/>
                    <a:pt x="193" y="118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pPr/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82" name=""/>
            <p:cNvSpPr/>
            <p:nvPr/>
          </p:nvSpPr>
          <p:spPr>
            <a:xfrm>
              <a:off x="3538440" y="6203520"/>
              <a:ext cx="71280" cy="59400"/>
            </a:xfrm>
            <a:custGeom>
              <a:avLst/>
              <a:gdLst/>
              <a:ahLst/>
              <a:rect l="0" t="0" r="r" b="b"/>
              <a:pathLst>
                <a:path w="198" h="165">
                  <a:moveTo>
                    <a:pt x="0" y="0"/>
                  </a:moveTo>
                  <a:cubicBezTo>
                    <a:pt x="66" y="0"/>
                    <a:pt x="132" y="0"/>
                    <a:pt x="198" y="0"/>
                  </a:cubicBezTo>
                  <a:cubicBezTo>
                    <a:pt x="198" y="55"/>
                    <a:pt x="198" y="110"/>
                    <a:pt x="198" y="165"/>
                  </a:cubicBezTo>
                  <a:cubicBezTo>
                    <a:pt x="132" y="165"/>
                    <a:pt x="66" y="165"/>
                    <a:pt x="0" y="165"/>
                  </a:cubicBezTo>
                  <a:cubicBezTo>
                    <a:pt x="0" y="110"/>
                    <a:pt x="0" y="55"/>
                    <a:pt x="0" y="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pPr/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83" name=""/>
            <p:cNvSpPr/>
            <p:nvPr/>
          </p:nvSpPr>
          <p:spPr>
            <a:xfrm>
              <a:off x="3439440" y="6153840"/>
              <a:ext cx="268200" cy="95760"/>
            </a:xfrm>
            <a:custGeom>
              <a:avLst/>
              <a:gdLst/>
              <a:ahLst/>
              <a:rect l="0" t="0" r="r" b="b"/>
              <a:pathLst>
                <a:path w="745" h="266">
                  <a:moveTo>
                    <a:pt x="562" y="228"/>
                  </a:moveTo>
                  <a:cubicBezTo>
                    <a:pt x="525" y="224"/>
                    <a:pt x="488" y="216"/>
                    <a:pt x="458" y="198"/>
                  </a:cubicBezTo>
                  <a:cubicBezTo>
                    <a:pt x="428" y="178"/>
                    <a:pt x="406" y="154"/>
                    <a:pt x="402" y="127"/>
                  </a:cubicBezTo>
                  <a:cubicBezTo>
                    <a:pt x="394" y="85"/>
                    <a:pt x="384" y="43"/>
                    <a:pt x="376" y="0"/>
                  </a:cubicBezTo>
                  <a:cubicBezTo>
                    <a:pt x="367" y="43"/>
                    <a:pt x="359" y="85"/>
                    <a:pt x="350" y="127"/>
                  </a:cubicBezTo>
                  <a:cubicBezTo>
                    <a:pt x="343" y="158"/>
                    <a:pt x="324" y="178"/>
                    <a:pt x="295" y="198"/>
                  </a:cubicBezTo>
                  <a:cubicBezTo>
                    <a:pt x="265" y="216"/>
                    <a:pt x="227" y="228"/>
                    <a:pt x="190" y="228"/>
                  </a:cubicBezTo>
                  <a:cubicBezTo>
                    <a:pt x="150" y="228"/>
                    <a:pt x="112" y="224"/>
                    <a:pt x="78" y="206"/>
                  </a:cubicBezTo>
                  <a:cubicBezTo>
                    <a:pt x="44" y="190"/>
                    <a:pt x="15" y="165"/>
                    <a:pt x="0" y="131"/>
                  </a:cubicBezTo>
                  <a:cubicBezTo>
                    <a:pt x="5" y="169"/>
                    <a:pt x="26" y="202"/>
                    <a:pt x="60" y="224"/>
                  </a:cubicBezTo>
                  <a:cubicBezTo>
                    <a:pt x="93" y="246"/>
                    <a:pt x="141" y="262"/>
                    <a:pt x="186" y="265"/>
                  </a:cubicBezTo>
                  <a:cubicBezTo>
                    <a:pt x="234" y="269"/>
                    <a:pt x="279" y="258"/>
                    <a:pt x="320" y="235"/>
                  </a:cubicBezTo>
                  <a:cubicBezTo>
                    <a:pt x="343" y="224"/>
                    <a:pt x="358" y="210"/>
                    <a:pt x="372" y="190"/>
                  </a:cubicBezTo>
                  <a:cubicBezTo>
                    <a:pt x="387" y="210"/>
                    <a:pt x="406" y="224"/>
                    <a:pt x="424" y="235"/>
                  </a:cubicBezTo>
                  <a:cubicBezTo>
                    <a:pt x="465" y="258"/>
                    <a:pt x="514" y="269"/>
                    <a:pt x="558" y="265"/>
                  </a:cubicBezTo>
                  <a:cubicBezTo>
                    <a:pt x="603" y="265"/>
                    <a:pt x="652" y="251"/>
                    <a:pt x="685" y="224"/>
                  </a:cubicBezTo>
                  <a:cubicBezTo>
                    <a:pt x="718" y="202"/>
                    <a:pt x="745" y="165"/>
                    <a:pt x="745" y="131"/>
                  </a:cubicBezTo>
                  <a:cubicBezTo>
                    <a:pt x="737" y="161"/>
                    <a:pt x="707" y="187"/>
                    <a:pt x="673" y="206"/>
                  </a:cubicBezTo>
                  <a:cubicBezTo>
                    <a:pt x="641" y="221"/>
                    <a:pt x="600" y="228"/>
                    <a:pt x="562" y="228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pPr/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84" name=""/>
            <p:cNvSpPr/>
            <p:nvPr/>
          </p:nvSpPr>
          <p:spPr>
            <a:xfrm>
              <a:off x="3521880" y="6136560"/>
              <a:ext cx="102600" cy="48240"/>
            </a:xfrm>
            <a:custGeom>
              <a:avLst/>
              <a:gdLst/>
              <a:ahLst/>
              <a:rect l="0" t="0" r="r" b="b"/>
              <a:pathLst>
                <a:path w="285" h="134">
                  <a:moveTo>
                    <a:pt x="142" y="0"/>
                  </a:moveTo>
                  <a:cubicBezTo>
                    <a:pt x="117" y="0"/>
                    <a:pt x="38" y="0"/>
                    <a:pt x="8" y="23"/>
                  </a:cubicBezTo>
                  <a:cubicBezTo>
                    <a:pt x="-10" y="38"/>
                    <a:pt x="4" y="75"/>
                    <a:pt x="53" y="109"/>
                  </a:cubicBezTo>
                  <a:cubicBezTo>
                    <a:pt x="87" y="131"/>
                    <a:pt x="117" y="134"/>
                    <a:pt x="139" y="134"/>
                  </a:cubicBezTo>
                  <a:cubicBezTo>
                    <a:pt x="165" y="134"/>
                    <a:pt x="194" y="127"/>
                    <a:pt x="225" y="109"/>
                  </a:cubicBezTo>
                  <a:cubicBezTo>
                    <a:pt x="284" y="75"/>
                    <a:pt x="295" y="38"/>
                    <a:pt x="277" y="23"/>
                  </a:cubicBezTo>
                  <a:cubicBezTo>
                    <a:pt x="250" y="0"/>
                    <a:pt x="169" y="0"/>
                    <a:pt x="142" y="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pPr/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grpSp>
        <p:nvGrpSpPr>
          <p:cNvPr id="85" name=""/>
          <p:cNvGrpSpPr/>
          <p:nvPr/>
        </p:nvGrpSpPr>
        <p:grpSpPr>
          <a:xfrm>
            <a:off x="1588320" y="5828400"/>
            <a:ext cx="306360" cy="401760"/>
            <a:chOff x="1588320" y="5828400"/>
            <a:chExt cx="306360" cy="401760"/>
          </a:xfrm>
        </p:grpSpPr>
        <p:sp>
          <p:nvSpPr>
            <p:cNvPr id="86" name=""/>
            <p:cNvSpPr/>
            <p:nvPr/>
          </p:nvSpPr>
          <p:spPr>
            <a:xfrm>
              <a:off x="1588320" y="6103440"/>
              <a:ext cx="53640" cy="59040"/>
            </a:xfrm>
            <a:custGeom>
              <a:avLst/>
              <a:gdLst/>
              <a:ahLst/>
              <a:rect l="0" t="0" r="r" b="b"/>
              <a:pathLst>
                <a:path w="149" h="164">
                  <a:moveTo>
                    <a:pt x="0" y="81"/>
                  </a:moveTo>
                  <a:cubicBezTo>
                    <a:pt x="0" y="96"/>
                    <a:pt x="4" y="109"/>
                    <a:pt x="10" y="123"/>
                  </a:cubicBezTo>
                  <a:cubicBezTo>
                    <a:pt x="16" y="135"/>
                    <a:pt x="24" y="146"/>
                    <a:pt x="36" y="153"/>
                  </a:cubicBezTo>
                  <a:cubicBezTo>
                    <a:pt x="47" y="160"/>
                    <a:pt x="60" y="164"/>
                    <a:pt x="74" y="164"/>
                  </a:cubicBezTo>
                  <a:cubicBezTo>
                    <a:pt x="87" y="164"/>
                    <a:pt x="100" y="160"/>
                    <a:pt x="111" y="153"/>
                  </a:cubicBezTo>
                  <a:cubicBezTo>
                    <a:pt x="122" y="146"/>
                    <a:pt x="132" y="135"/>
                    <a:pt x="139" y="123"/>
                  </a:cubicBezTo>
                  <a:cubicBezTo>
                    <a:pt x="145" y="109"/>
                    <a:pt x="149" y="96"/>
                    <a:pt x="149" y="81"/>
                  </a:cubicBezTo>
                  <a:cubicBezTo>
                    <a:pt x="149" y="68"/>
                    <a:pt x="145" y="54"/>
                    <a:pt x="139" y="42"/>
                  </a:cubicBezTo>
                  <a:cubicBezTo>
                    <a:pt x="132" y="28"/>
                    <a:pt x="122" y="19"/>
                    <a:pt x="111" y="11"/>
                  </a:cubicBezTo>
                  <a:cubicBezTo>
                    <a:pt x="100" y="4"/>
                    <a:pt x="87" y="0"/>
                    <a:pt x="74" y="0"/>
                  </a:cubicBezTo>
                  <a:cubicBezTo>
                    <a:pt x="60" y="0"/>
                    <a:pt x="47" y="4"/>
                    <a:pt x="36" y="11"/>
                  </a:cubicBezTo>
                  <a:cubicBezTo>
                    <a:pt x="24" y="19"/>
                    <a:pt x="16" y="28"/>
                    <a:pt x="10" y="42"/>
                  </a:cubicBezTo>
                  <a:cubicBezTo>
                    <a:pt x="4" y="54"/>
                    <a:pt x="0" y="68"/>
                    <a:pt x="0" y="81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pPr/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87" name=""/>
            <p:cNvSpPr/>
            <p:nvPr/>
          </p:nvSpPr>
          <p:spPr>
            <a:xfrm>
              <a:off x="1607400" y="6096600"/>
              <a:ext cx="92880" cy="117360"/>
            </a:xfrm>
            <a:custGeom>
              <a:avLst/>
              <a:gdLst/>
              <a:ahLst/>
              <a:rect l="0" t="0" r="r" b="b"/>
              <a:pathLst>
                <a:path w="258" h="326">
                  <a:moveTo>
                    <a:pt x="15" y="275"/>
                  </a:moveTo>
                  <a:cubicBezTo>
                    <a:pt x="-41" y="64"/>
                    <a:pt x="77" y="92"/>
                    <a:pt x="107" y="0"/>
                  </a:cubicBezTo>
                  <a:cubicBezTo>
                    <a:pt x="152" y="22"/>
                    <a:pt x="196" y="44"/>
                    <a:pt x="239" y="65"/>
                  </a:cubicBezTo>
                  <a:cubicBezTo>
                    <a:pt x="239" y="64"/>
                    <a:pt x="280" y="266"/>
                    <a:pt x="240" y="311"/>
                  </a:cubicBezTo>
                  <a:cubicBezTo>
                    <a:pt x="211" y="345"/>
                    <a:pt x="26" y="317"/>
                    <a:pt x="15" y="275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pPr/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88" name=""/>
            <p:cNvSpPr/>
            <p:nvPr/>
          </p:nvSpPr>
          <p:spPr>
            <a:xfrm>
              <a:off x="1639440" y="6162480"/>
              <a:ext cx="54720" cy="28080"/>
            </a:xfrm>
            <a:custGeom>
              <a:avLst/>
              <a:gdLst/>
              <a:ahLst/>
              <a:rect l="0" t="0" r="r" b="b"/>
              <a:pathLst>
                <a:path w="152" h="78">
                  <a:moveTo>
                    <a:pt x="131" y="37"/>
                  </a:moveTo>
                  <a:cubicBezTo>
                    <a:pt x="120" y="26"/>
                    <a:pt x="107" y="15"/>
                    <a:pt x="93" y="10"/>
                  </a:cubicBezTo>
                  <a:cubicBezTo>
                    <a:pt x="62" y="-3"/>
                    <a:pt x="29" y="-3"/>
                    <a:pt x="0" y="8"/>
                  </a:cubicBezTo>
                  <a:cubicBezTo>
                    <a:pt x="31" y="8"/>
                    <a:pt x="59" y="10"/>
                    <a:pt x="87" y="22"/>
                  </a:cubicBezTo>
                  <a:cubicBezTo>
                    <a:pt x="100" y="27"/>
                    <a:pt x="112" y="34"/>
                    <a:pt x="124" y="44"/>
                  </a:cubicBezTo>
                  <a:cubicBezTo>
                    <a:pt x="133" y="54"/>
                    <a:pt x="145" y="64"/>
                    <a:pt x="152" y="78"/>
                  </a:cubicBezTo>
                  <a:cubicBezTo>
                    <a:pt x="149" y="62"/>
                    <a:pt x="142" y="48"/>
                    <a:pt x="131" y="37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pPr/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89" name=""/>
            <p:cNvSpPr/>
            <p:nvPr/>
          </p:nvSpPr>
          <p:spPr>
            <a:xfrm>
              <a:off x="1682640" y="6087600"/>
              <a:ext cx="79200" cy="142560"/>
            </a:xfrm>
            <a:custGeom>
              <a:avLst/>
              <a:gdLst/>
              <a:ahLst/>
              <a:rect l="0" t="0" r="r" b="b"/>
              <a:pathLst>
                <a:path w="220" h="396">
                  <a:moveTo>
                    <a:pt x="45" y="372"/>
                  </a:moveTo>
                  <a:cubicBezTo>
                    <a:pt x="0" y="325"/>
                    <a:pt x="2" y="118"/>
                    <a:pt x="0" y="17"/>
                  </a:cubicBezTo>
                  <a:cubicBezTo>
                    <a:pt x="63" y="11"/>
                    <a:pt x="127" y="6"/>
                    <a:pt x="190" y="0"/>
                  </a:cubicBezTo>
                  <a:cubicBezTo>
                    <a:pt x="192" y="0"/>
                    <a:pt x="244" y="327"/>
                    <a:pt x="206" y="372"/>
                  </a:cubicBezTo>
                  <a:cubicBezTo>
                    <a:pt x="178" y="405"/>
                    <a:pt x="77" y="404"/>
                    <a:pt x="45" y="372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pPr/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90" name=""/>
            <p:cNvSpPr/>
            <p:nvPr/>
          </p:nvSpPr>
          <p:spPr>
            <a:xfrm>
              <a:off x="1751760" y="6087600"/>
              <a:ext cx="79200" cy="142560"/>
            </a:xfrm>
            <a:custGeom>
              <a:avLst/>
              <a:gdLst/>
              <a:ahLst/>
              <a:rect l="0" t="0" r="r" b="b"/>
              <a:pathLst>
                <a:path w="220" h="396">
                  <a:moveTo>
                    <a:pt x="175" y="372"/>
                  </a:moveTo>
                  <a:cubicBezTo>
                    <a:pt x="220" y="325"/>
                    <a:pt x="219" y="118"/>
                    <a:pt x="220" y="17"/>
                  </a:cubicBezTo>
                  <a:cubicBezTo>
                    <a:pt x="157" y="11"/>
                    <a:pt x="94" y="6"/>
                    <a:pt x="30" y="0"/>
                  </a:cubicBezTo>
                  <a:cubicBezTo>
                    <a:pt x="25" y="124"/>
                    <a:pt x="-23" y="327"/>
                    <a:pt x="13" y="372"/>
                  </a:cubicBezTo>
                  <a:cubicBezTo>
                    <a:pt x="41" y="405"/>
                    <a:pt x="144" y="404"/>
                    <a:pt x="175" y="372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pPr/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91" name=""/>
            <p:cNvSpPr/>
            <p:nvPr/>
          </p:nvSpPr>
          <p:spPr>
            <a:xfrm>
              <a:off x="1753920" y="6163560"/>
              <a:ext cx="5400" cy="57960"/>
            </a:xfrm>
            <a:custGeom>
              <a:avLst/>
              <a:gdLst/>
              <a:ahLst/>
              <a:rect l="0" t="0" r="r" b="b"/>
              <a:pathLst>
                <a:path w="15" h="161">
                  <a:moveTo>
                    <a:pt x="15" y="80"/>
                  </a:moveTo>
                  <a:cubicBezTo>
                    <a:pt x="15" y="54"/>
                    <a:pt x="13" y="27"/>
                    <a:pt x="7" y="0"/>
                  </a:cubicBezTo>
                  <a:cubicBezTo>
                    <a:pt x="2" y="27"/>
                    <a:pt x="0" y="55"/>
                    <a:pt x="0" y="80"/>
                  </a:cubicBezTo>
                  <a:cubicBezTo>
                    <a:pt x="2" y="108"/>
                    <a:pt x="2" y="135"/>
                    <a:pt x="7" y="161"/>
                  </a:cubicBezTo>
                  <a:cubicBezTo>
                    <a:pt x="13" y="135"/>
                    <a:pt x="15" y="106"/>
                    <a:pt x="15" y="8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pPr/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92" name=""/>
            <p:cNvSpPr/>
            <p:nvPr/>
          </p:nvSpPr>
          <p:spPr>
            <a:xfrm>
              <a:off x="1696680" y="6082200"/>
              <a:ext cx="120600" cy="116280"/>
            </a:xfrm>
            <a:custGeom>
              <a:avLst/>
              <a:gdLst/>
              <a:ahLst/>
              <a:rect l="0" t="0" r="r" b="b"/>
              <a:pathLst>
                <a:path w="335" h="323">
                  <a:moveTo>
                    <a:pt x="167" y="323"/>
                  </a:moveTo>
                  <a:cubicBezTo>
                    <a:pt x="223" y="266"/>
                    <a:pt x="335" y="236"/>
                    <a:pt x="335" y="153"/>
                  </a:cubicBezTo>
                  <a:cubicBezTo>
                    <a:pt x="335" y="68"/>
                    <a:pt x="260" y="0"/>
                    <a:pt x="167" y="0"/>
                  </a:cubicBezTo>
                  <a:cubicBezTo>
                    <a:pt x="74" y="0"/>
                    <a:pt x="0" y="68"/>
                    <a:pt x="0" y="153"/>
                  </a:cubicBezTo>
                  <a:cubicBezTo>
                    <a:pt x="0" y="236"/>
                    <a:pt x="111" y="266"/>
                    <a:pt x="167" y="323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pPr/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93" name=""/>
            <p:cNvSpPr/>
            <p:nvPr/>
          </p:nvSpPr>
          <p:spPr>
            <a:xfrm>
              <a:off x="1618920" y="5828400"/>
              <a:ext cx="91080" cy="176400"/>
            </a:xfrm>
            <a:custGeom>
              <a:avLst/>
              <a:gdLst/>
              <a:ahLst/>
              <a:rect l="0" t="0" r="r" b="b"/>
              <a:pathLst>
                <a:path w="253" h="490">
                  <a:moveTo>
                    <a:pt x="230" y="214"/>
                  </a:moveTo>
                  <a:cubicBezTo>
                    <a:pt x="240" y="410"/>
                    <a:pt x="246" y="381"/>
                    <a:pt x="253" y="465"/>
                  </a:cubicBezTo>
                  <a:cubicBezTo>
                    <a:pt x="218" y="473"/>
                    <a:pt x="184" y="482"/>
                    <a:pt x="149" y="490"/>
                  </a:cubicBezTo>
                  <a:cubicBezTo>
                    <a:pt x="106" y="415"/>
                    <a:pt x="154" y="472"/>
                    <a:pt x="19" y="266"/>
                  </a:cubicBezTo>
                  <a:cubicBezTo>
                    <a:pt x="-29" y="190"/>
                    <a:pt x="23" y="12"/>
                    <a:pt x="53" y="0"/>
                  </a:cubicBezTo>
                  <a:cubicBezTo>
                    <a:pt x="71" y="-5"/>
                    <a:pt x="226" y="114"/>
                    <a:pt x="230" y="214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pPr/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94" name=""/>
            <p:cNvSpPr/>
            <p:nvPr/>
          </p:nvSpPr>
          <p:spPr>
            <a:xfrm>
              <a:off x="1636560" y="5864040"/>
              <a:ext cx="65880" cy="139680"/>
            </a:xfrm>
            <a:custGeom>
              <a:avLst/>
              <a:gdLst/>
              <a:ahLst/>
              <a:rect l="0" t="0" r="r" b="b"/>
              <a:pathLst>
                <a:path w="183" h="388">
                  <a:moveTo>
                    <a:pt x="136" y="128"/>
                  </a:moveTo>
                  <a:cubicBezTo>
                    <a:pt x="172" y="318"/>
                    <a:pt x="168" y="290"/>
                    <a:pt x="183" y="371"/>
                  </a:cubicBezTo>
                  <a:cubicBezTo>
                    <a:pt x="160" y="377"/>
                    <a:pt x="137" y="382"/>
                    <a:pt x="114" y="388"/>
                  </a:cubicBezTo>
                  <a:cubicBezTo>
                    <a:pt x="82" y="310"/>
                    <a:pt x="114" y="374"/>
                    <a:pt x="14" y="157"/>
                  </a:cubicBezTo>
                  <a:cubicBezTo>
                    <a:pt x="-13" y="101"/>
                    <a:pt x="3" y="10"/>
                    <a:pt x="31" y="1"/>
                  </a:cubicBezTo>
                  <a:cubicBezTo>
                    <a:pt x="49" y="-5"/>
                    <a:pt x="122" y="49"/>
                    <a:pt x="136" y="128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pPr/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95" name=""/>
            <p:cNvSpPr/>
            <p:nvPr/>
          </p:nvSpPr>
          <p:spPr>
            <a:xfrm>
              <a:off x="1803240" y="5828400"/>
              <a:ext cx="91440" cy="176400"/>
            </a:xfrm>
            <a:custGeom>
              <a:avLst/>
              <a:gdLst/>
              <a:ahLst/>
              <a:rect l="0" t="0" r="r" b="b"/>
              <a:pathLst>
                <a:path w="254" h="490">
                  <a:moveTo>
                    <a:pt x="23" y="214"/>
                  </a:moveTo>
                  <a:cubicBezTo>
                    <a:pt x="14" y="410"/>
                    <a:pt x="8" y="381"/>
                    <a:pt x="0" y="465"/>
                  </a:cubicBezTo>
                  <a:cubicBezTo>
                    <a:pt x="36" y="473"/>
                    <a:pt x="69" y="482"/>
                    <a:pt x="105" y="490"/>
                  </a:cubicBezTo>
                  <a:cubicBezTo>
                    <a:pt x="147" y="415"/>
                    <a:pt x="100" y="472"/>
                    <a:pt x="233" y="266"/>
                  </a:cubicBezTo>
                  <a:cubicBezTo>
                    <a:pt x="284" y="190"/>
                    <a:pt x="229" y="12"/>
                    <a:pt x="200" y="0"/>
                  </a:cubicBezTo>
                  <a:cubicBezTo>
                    <a:pt x="181" y="-5"/>
                    <a:pt x="27" y="114"/>
                    <a:pt x="23" y="214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pPr/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96" name=""/>
            <p:cNvSpPr/>
            <p:nvPr/>
          </p:nvSpPr>
          <p:spPr>
            <a:xfrm>
              <a:off x="1810800" y="5864040"/>
              <a:ext cx="66240" cy="140400"/>
            </a:xfrm>
            <a:custGeom>
              <a:avLst/>
              <a:gdLst/>
              <a:ahLst/>
              <a:rect l="0" t="0" r="r" b="b"/>
              <a:pathLst>
                <a:path w="184" h="390">
                  <a:moveTo>
                    <a:pt x="46" y="128"/>
                  </a:moveTo>
                  <a:cubicBezTo>
                    <a:pt x="11" y="318"/>
                    <a:pt x="16" y="290"/>
                    <a:pt x="0" y="371"/>
                  </a:cubicBezTo>
                  <a:cubicBezTo>
                    <a:pt x="22" y="377"/>
                    <a:pt x="45" y="384"/>
                    <a:pt x="67" y="390"/>
                  </a:cubicBezTo>
                  <a:cubicBezTo>
                    <a:pt x="100" y="313"/>
                    <a:pt x="67" y="377"/>
                    <a:pt x="169" y="159"/>
                  </a:cubicBezTo>
                  <a:cubicBezTo>
                    <a:pt x="196" y="101"/>
                    <a:pt x="183" y="10"/>
                    <a:pt x="152" y="1"/>
                  </a:cubicBezTo>
                  <a:cubicBezTo>
                    <a:pt x="134" y="-5"/>
                    <a:pt x="62" y="49"/>
                    <a:pt x="46" y="128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pPr/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97" name=""/>
            <p:cNvSpPr/>
            <p:nvPr/>
          </p:nvSpPr>
          <p:spPr>
            <a:xfrm>
              <a:off x="1634040" y="5936040"/>
              <a:ext cx="245160" cy="214560"/>
            </a:xfrm>
            <a:custGeom>
              <a:avLst/>
              <a:gdLst/>
              <a:ahLst/>
              <a:rect l="0" t="0" r="r" b="b"/>
              <a:pathLst>
                <a:path w="681" h="596">
                  <a:moveTo>
                    <a:pt x="340" y="0"/>
                  </a:moveTo>
                  <a:cubicBezTo>
                    <a:pt x="153" y="0"/>
                    <a:pt x="67" y="80"/>
                    <a:pt x="67" y="191"/>
                  </a:cubicBezTo>
                  <a:cubicBezTo>
                    <a:pt x="67" y="284"/>
                    <a:pt x="-74" y="422"/>
                    <a:pt x="53" y="513"/>
                  </a:cubicBezTo>
                  <a:cubicBezTo>
                    <a:pt x="115" y="557"/>
                    <a:pt x="217" y="596"/>
                    <a:pt x="340" y="596"/>
                  </a:cubicBezTo>
                  <a:cubicBezTo>
                    <a:pt x="463" y="596"/>
                    <a:pt x="567" y="557"/>
                    <a:pt x="629" y="513"/>
                  </a:cubicBezTo>
                  <a:cubicBezTo>
                    <a:pt x="754" y="419"/>
                    <a:pt x="614" y="284"/>
                    <a:pt x="614" y="191"/>
                  </a:cubicBezTo>
                  <a:cubicBezTo>
                    <a:pt x="614" y="80"/>
                    <a:pt x="529" y="0"/>
                    <a:pt x="340" y="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pPr/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98" name=""/>
            <p:cNvSpPr/>
            <p:nvPr/>
          </p:nvSpPr>
          <p:spPr>
            <a:xfrm>
              <a:off x="1650240" y="5965200"/>
              <a:ext cx="214200" cy="177840"/>
            </a:xfrm>
            <a:custGeom>
              <a:avLst/>
              <a:gdLst/>
              <a:ahLst/>
              <a:rect l="0" t="0" r="r" b="b"/>
              <a:pathLst>
                <a:path w="595" h="494">
                  <a:moveTo>
                    <a:pt x="270" y="15"/>
                  </a:moveTo>
                  <a:cubicBezTo>
                    <a:pt x="287" y="-5"/>
                    <a:pt x="303" y="-5"/>
                    <a:pt x="319" y="15"/>
                  </a:cubicBezTo>
                  <a:cubicBezTo>
                    <a:pt x="358" y="66"/>
                    <a:pt x="419" y="174"/>
                    <a:pt x="424" y="263"/>
                  </a:cubicBezTo>
                  <a:cubicBezTo>
                    <a:pt x="494" y="253"/>
                    <a:pt x="574" y="257"/>
                    <a:pt x="591" y="295"/>
                  </a:cubicBezTo>
                  <a:cubicBezTo>
                    <a:pt x="622" y="368"/>
                    <a:pt x="473" y="494"/>
                    <a:pt x="297" y="494"/>
                  </a:cubicBezTo>
                  <a:cubicBezTo>
                    <a:pt x="118" y="494"/>
                    <a:pt x="-27" y="368"/>
                    <a:pt x="4" y="295"/>
                  </a:cubicBezTo>
                  <a:cubicBezTo>
                    <a:pt x="17" y="257"/>
                    <a:pt x="97" y="253"/>
                    <a:pt x="166" y="263"/>
                  </a:cubicBezTo>
                  <a:cubicBezTo>
                    <a:pt x="170" y="174"/>
                    <a:pt x="231" y="66"/>
                    <a:pt x="270" y="15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pPr/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99" name=""/>
            <p:cNvSpPr/>
            <p:nvPr/>
          </p:nvSpPr>
          <p:spPr>
            <a:xfrm>
              <a:off x="1706400" y="6092280"/>
              <a:ext cx="101160" cy="36720"/>
            </a:xfrm>
            <a:custGeom>
              <a:avLst/>
              <a:gdLst/>
              <a:ahLst/>
              <a:rect l="0" t="0" r="r" b="b"/>
              <a:pathLst>
                <a:path w="281" h="102">
                  <a:moveTo>
                    <a:pt x="57" y="36"/>
                  </a:moveTo>
                  <a:cubicBezTo>
                    <a:pt x="77" y="37"/>
                    <a:pt x="100" y="33"/>
                    <a:pt x="116" y="22"/>
                  </a:cubicBezTo>
                  <a:cubicBezTo>
                    <a:pt x="126" y="16"/>
                    <a:pt x="133" y="8"/>
                    <a:pt x="140" y="0"/>
                  </a:cubicBezTo>
                  <a:cubicBezTo>
                    <a:pt x="146" y="8"/>
                    <a:pt x="156" y="16"/>
                    <a:pt x="164" y="22"/>
                  </a:cubicBezTo>
                  <a:cubicBezTo>
                    <a:pt x="184" y="33"/>
                    <a:pt x="204" y="39"/>
                    <a:pt x="225" y="36"/>
                  </a:cubicBezTo>
                  <a:cubicBezTo>
                    <a:pt x="245" y="36"/>
                    <a:pt x="265" y="29"/>
                    <a:pt x="280" y="16"/>
                  </a:cubicBezTo>
                  <a:cubicBezTo>
                    <a:pt x="289" y="8"/>
                    <a:pt x="240" y="102"/>
                    <a:pt x="140" y="102"/>
                  </a:cubicBezTo>
                  <a:cubicBezTo>
                    <a:pt x="40" y="102"/>
                    <a:pt x="-9" y="8"/>
                    <a:pt x="1" y="16"/>
                  </a:cubicBezTo>
                  <a:cubicBezTo>
                    <a:pt x="16" y="28"/>
                    <a:pt x="36" y="34"/>
                    <a:pt x="57" y="36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pPr/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00" name=""/>
            <p:cNvSpPr/>
            <p:nvPr/>
          </p:nvSpPr>
          <p:spPr>
            <a:xfrm>
              <a:off x="1670760" y="5991120"/>
              <a:ext cx="59040" cy="70560"/>
            </a:xfrm>
            <a:custGeom>
              <a:avLst/>
              <a:gdLst/>
              <a:ahLst/>
              <a:rect l="0" t="0" r="r" b="b"/>
              <a:pathLst>
                <a:path w="164" h="196">
                  <a:moveTo>
                    <a:pt x="107" y="6"/>
                  </a:moveTo>
                  <a:cubicBezTo>
                    <a:pt x="52" y="-17"/>
                    <a:pt x="14" y="37"/>
                    <a:pt x="6" y="68"/>
                  </a:cubicBezTo>
                  <a:cubicBezTo>
                    <a:pt x="-10" y="111"/>
                    <a:pt x="9" y="161"/>
                    <a:pt x="14" y="172"/>
                  </a:cubicBezTo>
                  <a:cubicBezTo>
                    <a:pt x="18" y="180"/>
                    <a:pt x="59" y="215"/>
                    <a:pt x="151" y="181"/>
                  </a:cubicBezTo>
                  <a:cubicBezTo>
                    <a:pt x="148" y="181"/>
                    <a:pt x="173" y="132"/>
                    <a:pt x="162" y="84"/>
                  </a:cubicBezTo>
                  <a:cubicBezTo>
                    <a:pt x="144" y="59"/>
                    <a:pt x="156" y="24"/>
                    <a:pt x="107" y="6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pPr/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01" name=""/>
            <p:cNvSpPr/>
            <p:nvPr/>
          </p:nvSpPr>
          <p:spPr>
            <a:xfrm>
              <a:off x="1666800" y="5987880"/>
              <a:ext cx="62280" cy="75600"/>
            </a:xfrm>
            <a:custGeom>
              <a:avLst/>
              <a:gdLst/>
              <a:ahLst/>
              <a:rect l="0" t="0" r="r" b="b"/>
              <a:pathLst>
                <a:path w="173" h="210">
                  <a:moveTo>
                    <a:pt x="152" y="33"/>
                  </a:moveTo>
                  <a:cubicBezTo>
                    <a:pt x="145" y="25"/>
                    <a:pt x="138" y="16"/>
                    <a:pt x="128" y="11"/>
                  </a:cubicBezTo>
                  <a:cubicBezTo>
                    <a:pt x="124" y="8"/>
                    <a:pt x="118" y="5"/>
                    <a:pt x="113" y="4"/>
                  </a:cubicBezTo>
                  <a:cubicBezTo>
                    <a:pt x="107" y="2"/>
                    <a:pt x="101" y="0"/>
                    <a:pt x="96" y="0"/>
                  </a:cubicBezTo>
                  <a:cubicBezTo>
                    <a:pt x="73" y="-3"/>
                    <a:pt x="52" y="8"/>
                    <a:pt x="36" y="22"/>
                  </a:cubicBezTo>
                  <a:cubicBezTo>
                    <a:pt x="21" y="37"/>
                    <a:pt x="8" y="57"/>
                    <a:pt x="3" y="80"/>
                  </a:cubicBezTo>
                  <a:cubicBezTo>
                    <a:pt x="-3" y="102"/>
                    <a:pt x="0" y="125"/>
                    <a:pt x="5" y="148"/>
                  </a:cubicBezTo>
                  <a:cubicBezTo>
                    <a:pt x="7" y="159"/>
                    <a:pt x="11" y="170"/>
                    <a:pt x="17" y="179"/>
                  </a:cubicBezTo>
                  <a:cubicBezTo>
                    <a:pt x="17" y="181"/>
                    <a:pt x="17" y="182"/>
                    <a:pt x="18" y="183"/>
                  </a:cubicBezTo>
                  <a:cubicBezTo>
                    <a:pt x="18" y="185"/>
                    <a:pt x="18" y="188"/>
                    <a:pt x="18" y="189"/>
                  </a:cubicBezTo>
                  <a:cubicBezTo>
                    <a:pt x="18" y="190"/>
                    <a:pt x="19" y="190"/>
                    <a:pt x="20" y="190"/>
                  </a:cubicBezTo>
                  <a:cubicBezTo>
                    <a:pt x="21" y="193"/>
                    <a:pt x="24" y="194"/>
                    <a:pt x="27" y="196"/>
                  </a:cubicBezTo>
                  <a:cubicBezTo>
                    <a:pt x="32" y="200"/>
                    <a:pt x="36" y="201"/>
                    <a:pt x="42" y="204"/>
                  </a:cubicBezTo>
                  <a:cubicBezTo>
                    <a:pt x="63" y="211"/>
                    <a:pt x="83" y="211"/>
                    <a:pt x="104" y="208"/>
                  </a:cubicBezTo>
                  <a:cubicBezTo>
                    <a:pt x="124" y="205"/>
                    <a:pt x="142" y="200"/>
                    <a:pt x="162" y="190"/>
                  </a:cubicBezTo>
                  <a:cubicBezTo>
                    <a:pt x="142" y="194"/>
                    <a:pt x="122" y="200"/>
                    <a:pt x="104" y="200"/>
                  </a:cubicBezTo>
                  <a:cubicBezTo>
                    <a:pt x="84" y="200"/>
                    <a:pt x="65" y="198"/>
                    <a:pt x="48" y="190"/>
                  </a:cubicBezTo>
                  <a:cubicBezTo>
                    <a:pt x="44" y="189"/>
                    <a:pt x="41" y="187"/>
                    <a:pt x="36" y="183"/>
                  </a:cubicBezTo>
                  <a:cubicBezTo>
                    <a:pt x="35" y="181"/>
                    <a:pt x="32" y="181"/>
                    <a:pt x="32" y="179"/>
                  </a:cubicBezTo>
                  <a:cubicBezTo>
                    <a:pt x="31" y="178"/>
                    <a:pt x="31" y="177"/>
                    <a:pt x="31" y="176"/>
                  </a:cubicBezTo>
                  <a:cubicBezTo>
                    <a:pt x="27" y="166"/>
                    <a:pt x="25" y="156"/>
                    <a:pt x="21" y="148"/>
                  </a:cubicBezTo>
                  <a:cubicBezTo>
                    <a:pt x="18" y="127"/>
                    <a:pt x="17" y="107"/>
                    <a:pt x="21" y="89"/>
                  </a:cubicBezTo>
                  <a:cubicBezTo>
                    <a:pt x="25" y="71"/>
                    <a:pt x="36" y="54"/>
                    <a:pt x="49" y="40"/>
                  </a:cubicBezTo>
                  <a:cubicBezTo>
                    <a:pt x="63" y="28"/>
                    <a:pt x="79" y="19"/>
                    <a:pt x="96" y="21"/>
                  </a:cubicBezTo>
                  <a:cubicBezTo>
                    <a:pt x="100" y="21"/>
                    <a:pt x="104" y="20"/>
                    <a:pt x="109" y="22"/>
                  </a:cubicBezTo>
                  <a:cubicBezTo>
                    <a:pt x="112" y="23"/>
                    <a:pt x="118" y="25"/>
                    <a:pt x="122" y="26"/>
                  </a:cubicBezTo>
                  <a:cubicBezTo>
                    <a:pt x="132" y="29"/>
                    <a:pt x="139" y="35"/>
                    <a:pt x="145" y="43"/>
                  </a:cubicBezTo>
                  <a:cubicBezTo>
                    <a:pt x="157" y="54"/>
                    <a:pt x="167" y="73"/>
                    <a:pt x="173" y="95"/>
                  </a:cubicBezTo>
                  <a:cubicBezTo>
                    <a:pt x="173" y="73"/>
                    <a:pt x="165" y="52"/>
                    <a:pt x="152" y="33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pPr/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02" name=""/>
            <p:cNvSpPr/>
            <p:nvPr/>
          </p:nvSpPr>
          <p:spPr>
            <a:xfrm>
              <a:off x="1685880" y="6008400"/>
              <a:ext cx="34920" cy="42480"/>
            </a:xfrm>
            <a:custGeom>
              <a:avLst/>
              <a:gdLst/>
              <a:ahLst/>
              <a:rect l="0" t="0" r="r" b="b"/>
              <a:pathLst>
                <a:path w="97" h="118">
                  <a:moveTo>
                    <a:pt x="0" y="59"/>
                  </a:moveTo>
                  <a:cubicBezTo>
                    <a:pt x="0" y="70"/>
                    <a:pt x="2" y="79"/>
                    <a:pt x="7" y="89"/>
                  </a:cubicBezTo>
                  <a:cubicBezTo>
                    <a:pt x="11" y="98"/>
                    <a:pt x="17" y="105"/>
                    <a:pt x="24" y="111"/>
                  </a:cubicBezTo>
                  <a:cubicBezTo>
                    <a:pt x="31" y="116"/>
                    <a:pt x="40" y="118"/>
                    <a:pt x="48" y="118"/>
                  </a:cubicBezTo>
                  <a:cubicBezTo>
                    <a:pt x="57" y="118"/>
                    <a:pt x="65" y="116"/>
                    <a:pt x="72" y="111"/>
                  </a:cubicBezTo>
                  <a:cubicBezTo>
                    <a:pt x="80" y="105"/>
                    <a:pt x="86" y="98"/>
                    <a:pt x="91" y="89"/>
                  </a:cubicBezTo>
                  <a:cubicBezTo>
                    <a:pt x="94" y="79"/>
                    <a:pt x="97" y="70"/>
                    <a:pt x="97" y="59"/>
                  </a:cubicBezTo>
                  <a:cubicBezTo>
                    <a:pt x="97" y="48"/>
                    <a:pt x="94" y="38"/>
                    <a:pt x="91" y="29"/>
                  </a:cubicBezTo>
                  <a:cubicBezTo>
                    <a:pt x="86" y="20"/>
                    <a:pt x="80" y="12"/>
                    <a:pt x="72" y="7"/>
                  </a:cubicBezTo>
                  <a:cubicBezTo>
                    <a:pt x="65" y="1"/>
                    <a:pt x="57" y="0"/>
                    <a:pt x="48" y="0"/>
                  </a:cubicBezTo>
                  <a:cubicBezTo>
                    <a:pt x="40" y="0"/>
                    <a:pt x="31" y="1"/>
                    <a:pt x="24" y="7"/>
                  </a:cubicBezTo>
                  <a:cubicBezTo>
                    <a:pt x="17" y="12"/>
                    <a:pt x="11" y="20"/>
                    <a:pt x="7" y="29"/>
                  </a:cubicBezTo>
                  <a:cubicBezTo>
                    <a:pt x="2" y="38"/>
                    <a:pt x="0" y="48"/>
                    <a:pt x="0" y="59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pPr/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03" name=""/>
            <p:cNvSpPr/>
            <p:nvPr/>
          </p:nvSpPr>
          <p:spPr>
            <a:xfrm>
              <a:off x="1783800" y="5991120"/>
              <a:ext cx="59400" cy="70560"/>
            </a:xfrm>
            <a:custGeom>
              <a:avLst/>
              <a:gdLst/>
              <a:ahLst/>
              <a:rect l="0" t="0" r="r" b="b"/>
              <a:pathLst>
                <a:path w="165" h="196">
                  <a:moveTo>
                    <a:pt x="57" y="6"/>
                  </a:moveTo>
                  <a:cubicBezTo>
                    <a:pt x="113" y="-17"/>
                    <a:pt x="150" y="37"/>
                    <a:pt x="158" y="68"/>
                  </a:cubicBezTo>
                  <a:cubicBezTo>
                    <a:pt x="174" y="111"/>
                    <a:pt x="155" y="162"/>
                    <a:pt x="150" y="172"/>
                  </a:cubicBezTo>
                  <a:cubicBezTo>
                    <a:pt x="145" y="181"/>
                    <a:pt x="105" y="215"/>
                    <a:pt x="13" y="181"/>
                  </a:cubicBezTo>
                  <a:cubicBezTo>
                    <a:pt x="16" y="181"/>
                    <a:pt x="-7" y="132"/>
                    <a:pt x="2" y="84"/>
                  </a:cubicBezTo>
                  <a:cubicBezTo>
                    <a:pt x="21" y="59"/>
                    <a:pt x="9" y="24"/>
                    <a:pt x="57" y="6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pPr/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04" name=""/>
            <p:cNvSpPr/>
            <p:nvPr/>
          </p:nvSpPr>
          <p:spPr>
            <a:xfrm>
              <a:off x="1784520" y="5988240"/>
              <a:ext cx="63000" cy="74880"/>
            </a:xfrm>
            <a:custGeom>
              <a:avLst/>
              <a:gdLst/>
              <a:ahLst/>
              <a:rect l="0" t="0" r="r" b="b"/>
              <a:pathLst>
                <a:path w="175" h="208">
                  <a:moveTo>
                    <a:pt x="28" y="39"/>
                  </a:moveTo>
                  <a:cubicBezTo>
                    <a:pt x="36" y="32"/>
                    <a:pt x="43" y="27"/>
                    <a:pt x="51" y="24"/>
                  </a:cubicBezTo>
                  <a:cubicBezTo>
                    <a:pt x="55" y="21"/>
                    <a:pt x="60" y="20"/>
                    <a:pt x="63" y="20"/>
                  </a:cubicBezTo>
                  <a:cubicBezTo>
                    <a:pt x="67" y="18"/>
                    <a:pt x="73" y="18"/>
                    <a:pt x="77" y="18"/>
                  </a:cubicBezTo>
                  <a:cubicBezTo>
                    <a:pt x="94" y="18"/>
                    <a:pt x="112" y="25"/>
                    <a:pt x="124" y="38"/>
                  </a:cubicBezTo>
                  <a:cubicBezTo>
                    <a:pt x="136" y="51"/>
                    <a:pt x="148" y="70"/>
                    <a:pt x="152" y="86"/>
                  </a:cubicBezTo>
                  <a:cubicBezTo>
                    <a:pt x="155" y="103"/>
                    <a:pt x="155" y="124"/>
                    <a:pt x="152" y="145"/>
                  </a:cubicBezTo>
                  <a:cubicBezTo>
                    <a:pt x="149" y="154"/>
                    <a:pt x="146" y="165"/>
                    <a:pt x="142" y="172"/>
                  </a:cubicBezTo>
                  <a:cubicBezTo>
                    <a:pt x="141" y="174"/>
                    <a:pt x="141" y="175"/>
                    <a:pt x="140" y="176"/>
                  </a:cubicBezTo>
                  <a:cubicBezTo>
                    <a:pt x="138" y="178"/>
                    <a:pt x="136" y="178"/>
                    <a:pt x="136" y="180"/>
                  </a:cubicBezTo>
                  <a:cubicBezTo>
                    <a:pt x="132" y="182"/>
                    <a:pt x="129" y="186"/>
                    <a:pt x="125" y="188"/>
                  </a:cubicBezTo>
                  <a:cubicBezTo>
                    <a:pt x="108" y="195"/>
                    <a:pt x="90" y="199"/>
                    <a:pt x="69" y="197"/>
                  </a:cubicBezTo>
                  <a:cubicBezTo>
                    <a:pt x="51" y="197"/>
                    <a:pt x="31" y="193"/>
                    <a:pt x="11" y="188"/>
                  </a:cubicBezTo>
                  <a:cubicBezTo>
                    <a:pt x="31" y="197"/>
                    <a:pt x="49" y="203"/>
                    <a:pt x="69" y="206"/>
                  </a:cubicBezTo>
                  <a:cubicBezTo>
                    <a:pt x="90" y="210"/>
                    <a:pt x="111" y="207"/>
                    <a:pt x="131" y="200"/>
                  </a:cubicBezTo>
                  <a:cubicBezTo>
                    <a:pt x="136" y="199"/>
                    <a:pt x="140" y="197"/>
                    <a:pt x="146" y="193"/>
                  </a:cubicBezTo>
                  <a:cubicBezTo>
                    <a:pt x="148" y="192"/>
                    <a:pt x="152" y="189"/>
                    <a:pt x="153" y="188"/>
                  </a:cubicBezTo>
                  <a:cubicBezTo>
                    <a:pt x="154" y="188"/>
                    <a:pt x="154" y="187"/>
                    <a:pt x="155" y="186"/>
                  </a:cubicBezTo>
                  <a:cubicBezTo>
                    <a:pt x="155" y="186"/>
                    <a:pt x="157" y="184"/>
                    <a:pt x="157" y="183"/>
                  </a:cubicBezTo>
                  <a:lnTo>
                    <a:pt x="157" y="182"/>
                  </a:lnTo>
                  <a:cubicBezTo>
                    <a:pt x="158" y="182"/>
                    <a:pt x="158" y="181"/>
                    <a:pt x="159" y="180"/>
                  </a:cubicBezTo>
                  <a:cubicBezTo>
                    <a:pt x="163" y="169"/>
                    <a:pt x="166" y="159"/>
                    <a:pt x="170" y="148"/>
                  </a:cubicBezTo>
                  <a:cubicBezTo>
                    <a:pt x="176" y="126"/>
                    <a:pt x="176" y="103"/>
                    <a:pt x="172" y="80"/>
                  </a:cubicBezTo>
                  <a:cubicBezTo>
                    <a:pt x="166" y="59"/>
                    <a:pt x="153" y="38"/>
                    <a:pt x="138" y="24"/>
                  </a:cubicBezTo>
                  <a:cubicBezTo>
                    <a:pt x="121" y="8"/>
                    <a:pt x="101" y="-3"/>
                    <a:pt x="79" y="1"/>
                  </a:cubicBezTo>
                  <a:cubicBezTo>
                    <a:pt x="73" y="1"/>
                    <a:pt x="67" y="3"/>
                    <a:pt x="62" y="4"/>
                  </a:cubicBezTo>
                  <a:cubicBezTo>
                    <a:pt x="56" y="7"/>
                    <a:pt x="52" y="8"/>
                    <a:pt x="46" y="11"/>
                  </a:cubicBezTo>
                  <a:cubicBezTo>
                    <a:pt x="38" y="18"/>
                    <a:pt x="31" y="25"/>
                    <a:pt x="22" y="34"/>
                  </a:cubicBezTo>
                  <a:cubicBezTo>
                    <a:pt x="10" y="49"/>
                    <a:pt x="3" y="72"/>
                    <a:pt x="0" y="94"/>
                  </a:cubicBezTo>
                  <a:cubicBezTo>
                    <a:pt x="7" y="73"/>
                    <a:pt x="14" y="53"/>
                    <a:pt x="28" y="39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pPr/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05" name=""/>
            <p:cNvSpPr/>
            <p:nvPr/>
          </p:nvSpPr>
          <p:spPr>
            <a:xfrm>
              <a:off x="1793520" y="6008400"/>
              <a:ext cx="34560" cy="42480"/>
            </a:xfrm>
            <a:custGeom>
              <a:avLst/>
              <a:gdLst/>
              <a:ahLst/>
              <a:rect l="0" t="0" r="r" b="b"/>
              <a:pathLst>
                <a:path w="96" h="118">
                  <a:moveTo>
                    <a:pt x="0" y="59"/>
                  </a:moveTo>
                  <a:cubicBezTo>
                    <a:pt x="0" y="70"/>
                    <a:pt x="1" y="79"/>
                    <a:pt x="6" y="89"/>
                  </a:cubicBezTo>
                  <a:cubicBezTo>
                    <a:pt x="11" y="98"/>
                    <a:pt x="17" y="105"/>
                    <a:pt x="24" y="111"/>
                  </a:cubicBezTo>
                  <a:cubicBezTo>
                    <a:pt x="31" y="116"/>
                    <a:pt x="40" y="118"/>
                    <a:pt x="48" y="118"/>
                  </a:cubicBezTo>
                  <a:cubicBezTo>
                    <a:pt x="57" y="118"/>
                    <a:pt x="65" y="116"/>
                    <a:pt x="72" y="111"/>
                  </a:cubicBezTo>
                  <a:cubicBezTo>
                    <a:pt x="80" y="105"/>
                    <a:pt x="86" y="98"/>
                    <a:pt x="90" y="89"/>
                  </a:cubicBezTo>
                  <a:cubicBezTo>
                    <a:pt x="94" y="79"/>
                    <a:pt x="96" y="70"/>
                    <a:pt x="96" y="59"/>
                  </a:cubicBezTo>
                  <a:cubicBezTo>
                    <a:pt x="96" y="48"/>
                    <a:pt x="94" y="38"/>
                    <a:pt x="90" y="29"/>
                  </a:cubicBezTo>
                  <a:cubicBezTo>
                    <a:pt x="86" y="20"/>
                    <a:pt x="80" y="12"/>
                    <a:pt x="72" y="7"/>
                  </a:cubicBezTo>
                  <a:cubicBezTo>
                    <a:pt x="65" y="1"/>
                    <a:pt x="57" y="0"/>
                    <a:pt x="48" y="0"/>
                  </a:cubicBezTo>
                  <a:cubicBezTo>
                    <a:pt x="40" y="0"/>
                    <a:pt x="31" y="1"/>
                    <a:pt x="24" y="7"/>
                  </a:cubicBezTo>
                  <a:cubicBezTo>
                    <a:pt x="17" y="12"/>
                    <a:pt x="11" y="20"/>
                    <a:pt x="6" y="29"/>
                  </a:cubicBezTo>
                  <a:cubicBezTo>
                    <a:pt x="2" y="38"/>
                    <a:pt x="0" y="48"/>
                    <a:pt x="0" y="59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pPr/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06" name=""/>
            <p:cNvSpPr/>
            <p:nvPr/>
          </p:nvSpPr>
          <p:spPr>
            <a:xfrm>
              <a:off x="1739520" y="6083640"/>
              <a:ext cx="35640" cy="29160"/>
            </a:xfrm>
            <a:custGeom>
              <a:avLst/>
              <a:gdLst/>
              <a:ahLst/>
              <a:rect l="0" t="0" r="r" b="b"/>
              <a:pathLst>
                <a:path w="99" h="81">
                  <a:moveTo>
                    <a:pt x="99" y="0"/>
                  </a:moveTo>
                  <a:cubicBezTo>
                    <a:pt x="66" y="0"/>
                    <a:pt x="32" y="0"/>
                    <a:pt x="0" y="0"/>
                  </a:cubicBezTo>
                  <a:cubicBezTo>
                    <a:pt x="0" y="26"/>
                    <a:pt x="0" y="54"/>
                    <a:pt x="0" y="81"/>
                  </a:cubicBezTo>
                  <a:cubicBezTo>
                    <a:pt x="32" y="81"/>
                    <a:pt x="66" y="81"/>
                    <a:pt x="99" y="81"/>
                  </a:cubicBezTo>
                  <a:cubicBezTo>
                    <a:pt x="99" y="54"/>
                    <a:pt x="99" y="26"/>
                    <a:pt x="99" y="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pPr/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07" name=""/>
            <p:cNvSpPr/>
            <p:nvPr/>
          </p:nvSpPr>
          <p:spPr>
            <a:xfrm>
              <a:off x="1690560" y="6058800"/>
              <a:ext cx="134280" cy="47520"/>
            </a:xfrm>
            <a:custGeom>
              <a:avLst/>
              <a:gdLst/>
              <a:ahLst/>
              <a:rect l="0" t="0" r="r" b="b"/>
              <a:pathLst>
                <a:path w="373" h="132">
                  <a:moveTo>
                    <a:pt x="91" y="114"/>
                  </a:moveTo>
                  <a:cubicBezTo>
                    <a:pt x="110" y="111"/>
                    <a:pt x="128" y="106"/>
                    <a:pt x="144" y="98"/>
                  </a:cubicBezTo>
                  <a:cubicBezTo>
                    <a:pt x="159" y="88"/>
                    <a:pt x="170" y="76"/>
                    <a:pt x="172" y="63"/>
                  </a:cubicBezTo>
                  <a:cubicBezTo>
                    <a:pt x="176" y="42"/>
                    <a:pt x="180" y="20"/>
                    <a:pt x="184" y="0"/>
                  </a:cubicBezTo>
                  <a:cubicBezTo>
                    <a:pt x="189" y="20"/>
                    <a:pt x="193" y="42"/>
                    <a:pt x="197" y="63"/>
                  </a:cubicBezTo>
                  <a:cubicBezTo>
                    <a:pt x="201" y="77"/>
                    <a:pt x="209" y="88"/>
                    <a:pt x="225" y="98"/>
                  </a:cubicBezTo>
                  <a:cubicBezTo>
                    <a:pt x="240" y="106"/>
                    <a:pt x="259" y="114"/>
                    <a:pt x="277" y="114"/>
                  </a:cubicBezTo>
                  <a:cubicBezTo>
                    <a:pt x="298" y="114"/>
                    <a:pt x="317" y="111"/>
                    <a:pt x="333" y="101"/>
                  </a:cubicBezTo>
                  <a:cubicBezTo>
                    <a:pt x="350" y="94"/>
                    <a:pt x="366" y="81"/>
                    <a:pt x="373" y="65"/>
                  </a:cubicBezTo>
                  <a:cubicBezTo>
                    <a:pt x="370" y="83"/>
                    <a:pt x="359" y="100"/>
                    <a:pt x="343" y="111"/>
                  </a:cubicBezTo>
                  <a:cubicBezTo>
                    <a:pt x="326" y="122"/>
                    <a:pt x="301" y="129"/>
                    <a:pt x="280" y="132"/>
                  </a:cubicBezTo>
                  <a:cubicBezTo>
                    <a:pt x="255" y="133"/>
                    <a:pt x="232" y="128"/>
                    <a:pt x="212" y="117"/>
                  </a:cubicBezTo>
                  <a:cubicBezTo>
                    <a:pt x="201" y="111"/>
                    <a:pt x="194" y="104"/>
                    <a:pt x="186" y="94"/>
                  </a:cubicBezTo>
                  <a:cubicBezTo>
                    <a:pt x="179" y="104"/>
                    <a:pt x="170" y="111"/>
                    <a:pt x="160" y="117"/>
                  </a:cubicBezTo>
                  <a:cubicBezTo>
                    <a:pt x="139" y="128"/>
                    <a:pt x="115" y="133"/>
                    <a:pt x="93" y="132"/>
                  </a:cubicBezTo>
                  <a:cubicBezTo>
                    <a:pt x="72" y="132"/>
                    <a:pt x="47" y="124"/>
                    <a:pt x="30" y="111"/>
                  </a:cubicBezTo>
                  <a:cubicBezTo>
                    <a:pt x="14" y="100"/>
                    <a:pt x="0" y="81"/>
                    <a:pt x="0" y="65"/>
                  </a:cubicBezTo>
                  <a:cubicBezTo>
                    <a:pt x="4" y="80"/>
                    <a:pt x="18" y="93"/>
                    <a:pt x="35" y="101"/>
                  </a:cubicBezTo>
                  <a:cubicBezTo>
                    <a:pt x="52" y="109"/>
                    <a:pt x="73" y="114"/>
                    <a:pt x="91" y="114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pPr/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08" name=""/>
            <p:cNvSpPr/>
            <p:nvPr/>
          </p:nvSpPr>
          <p:spPr>
            <a:xfrm>
              <a:off x="1731960" y="6050160"/>
              <a:ext cx="51120" cy="23760"/>
            </a:xfrm>
            <a:custGeom>
              <a:avLst/>
              <a:gdLst/>
              <a:ahLst/>
              <a:rect l="0" t="0" r="r" b="b"/>
              <a:pathLst>
                <a:path w="142" h="66">
                  <a:moveTo>
                    <a:pt x="71" y="0"/>
                  </a:moveTo>
                  <a:cubicBezTo>
                    <a:pt x="84" y="0"/>
                    <a:pt x="123" y="0"/>
                    <a:pt x="138" y="11"/>
                  </a:cubicBezTo>
                  <a:cubicBezTo>
                    <a:pt x="147" y="18"/>
                    <a:pt x="140" y="36"/>
                    <a:pt x="116" y="53"/>
                  </a:cubicBezTo>
                  <a:cubicBezTo>
                    <a:pt x="99" y="65"/>
                    <a:pt x="84" y="66"/>
                    <a:pt x="72" y="66"/>
                  </a:cubicBezTo>
                  <a:cubicBezTo>
                    <a:pt x="60" y="66"/>
                    <a:pt x="45" y="63"/>
                    <a:pt x="30" y="53"/>
                  </a:cubicBezTo>
                  <a:cubicBezTo>
                    <a:pt x="0" y="36"/>
                    <a:pt x="-5" y="18"/>
                    <a:pt x="5" y="11"/>
                  </a:cubicBezTo>
                  <a:cubicBezTo>
                    <a:pt x="17" y="0"/>
                    <a:pt x="58" y="0"/>
                    <a:pt x="71" y="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pPr/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grpSp>
        <p:nvGrpSpPr>
          <p:cNvPr id="109" name=""/>
          <p:cNvGrpSpPr/>
          <p:nvPr/>
        </p:nvGrpSpPr>
        <p:grpSpPr>
          <a:xfrm>
            <a:off x="7644960" y="5740200"/>
            <a:ext cx="601920" cy="480600"/>
            <a:chOff x="7644960" y="5740200"/>
            <a:chExt cx="601920" cy="480600"/>
          </a:xfrm>
        </p:grpSpPr>
        <p:sp>
          <p:nvSpPr>
            <p:cNvPr id="110" name=""/>
            <p:cNvSpPr/>
            <p:nvPr/>
          </p:nvSpPr>
          <p:spPr>
            <a:xfrm>
              <a:off x="8063280" y="5894640"/>
              <a:ext cx="183600" cy="277200"/>
            </a:xfrm>
            <a:custGeom>
              <a:avLst/>
              <a:gdLst/>
              <a:ahLst/>
              <a:rect l="0" t="0" r="r" b="b"/>
              <a:pathLst>
                <a:path w="510" h="770">
                  <a:moveTo>
                    <a:pt x="291" y="658"/>
                  </a:moveTo>
                  <a:cubicBezTo>
                    <a:pt x="436" y="532"/>
                    <a:pt x="523" y="379"/>
                    <a:pt x="508" y="173"/>
                  </a:cubicBezTo>
                  <a:cubicBezTo>
                    <a:pt x="502" y="92"/>
                    <a:pt x="472" y="39"/>
                    <a:pt x="436" y="6"/>
                  </a:cubicBezTo>
                  <a:cubicBezTo>
                    <a:pt x="408" y="-19"/>
                    <a:pt x="237" y="39"/>
                    <a:pt x="237" y="224"/>
                  </a:cubicBezTo>
                  <a:cubicBezTo>
                    <a:pt x="240" y="573"/>
                    <a:pt x="79" y="585"/>
                    <a:pt x="0" y="767"/>
                  </a:cubicBezTo>
                  <a:cubicBezTo>
                    <a:pt x="84" y="780"/>
                    <a:pt x="184" y="752"/>
                    <a:pt x="291" y="658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pPr/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11" name=""/>
            <p:cNvSpPr/>
            <p:nvPr/>
          </p:nvSpPr>
          <p:spPr>
            <a:xfrm>
              <a:off x="8046360" y="5886360"/>
              <a:ext cx="173880" cy="282960"/>
            </a:xfrm>
            <a:custGeom>
              <a:avLst/>
              <a:gdLst/>
              <a:ahLst/>
              <a:rect l="0" t="0" r="r" b="b"/>
              <a:pathLst>
                <a:path w="483" h="786">
                  <a:moveTo>
                    <a:pt x="483" y="29"/>
                  </a:moveTo>
                  <a:cubicBezTo>
                    <a:pt x="391" y="-66"/>
                    <a:pt x="226" y="93"/>
                    <a:pt x="226" y="239"/>
                  </a:cubicBezTo>
                  <a:cubicBezTo>
                    <a:pt x="226" y="589"/>
                    <a:pt x="81" y="621"/>
                    <a:pt x="0" y="778"/>
                  </a:cubicBezTo>
                  <a:cubicBezTo>
                    <a:pt x="15" y="782"/>
                    <a:pt x="13" y="786"/>
                    <a:pt x="45" y="786"/>
                  </a:cubicBezTo>
                  <a:cubicBezTo>
                    <a:pt x="148" y="704"/>
                    <a:pt x="301" y="548"/>
                    <a:pt x="301" y="280"/>
                  </a:cubicBezTo>
                  <a:cubicBezTo>
                    <a:pt x="301" y="113"/>
                    <a:pt x="385" y="43"/>
                    <a:pt x="483" y="29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pPr/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12" name=""/>
            <p:cNvSpPr/>
            <p:nvPr/>
          </p:nvSpPr>
          <p:spPr>
            <a:xfrm>
              <a:off x="8046360" y="5881320"/>
              <a:ext cx="163800" cy="284400"/>
            </a:xfrm>
            <a:custGeom>
              <a:avLst/>
              <a:gdLst/>
              <a:ahLst/>
              <a:rect l="0" t="0" r="r" b="b"/>
              <a:pathLst>
                <a:path w="455" h="790">
                  <a:moveTo>
                    <a:pt x="455" y="20"/>
                  </a:moveTo>
                  <a:cubicBezTo>
                    <a:pt x="348" y="-44"/>
                    <a:pt x="192" y="48"/>
                    <a:pt x="192" y="225"/>
                  </a:cubicBezTo>
                  <a:cubicBezTo>
                    <a:pt x="192" y="511"/>
                    <a:pt x="64" y="500"/>
                    <a:pt x="0" y="640"/>
                  </a:cubicBezTo>
                  <a:cubicBezTo>
                    <a:pt x="0" y="689"/>
                    <a:pt x="0" y="740"/>
                    <a:pt x="0" y="790"/>
                  </a:cubicBezTo>
                  <a:cubicBezTo>
                    <a:pt x="45" y="759"/>
                    <a:pt x="257" y="579"/>
                    <a:pt x="257" y="263"/>
                  </a:cubicBezTo>
                  <a:cubicBezTo>
                    <a:pt x="257" y="95"/>
                    <a:pt x="355" y="23"/>
                    <a:pt x="455" y="2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pPr/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13" name=""/>
            <p:cNvSpPr/>
            <p:nvPr/>
          </p:nvSpPr>
          <p:spPr>
            <a:xfrm>
              <a:off x="7644960" y="5927760"/>
              <a:ext cx="278280" cy="259200"/>
            </a:xfrm>
            <a:custGeom>
              <a:avLst/>
              <a:gdLst/>
              <a:ahLst/>
              <a:rect l="0" t="0" r="r" b="b"/>
              <a:pathLst>
                <a:path w="773" h="720">
                  <a:moveTo>
                    <a:pt x="5" y="107"/>
                  </a:moveTo>
                  <a:cubicBezTo>
                    <a:pt x="-34" y="23"/>
                    <a:pt x="169" y="-22"/>
                    <a:pt x="239" y="11"/>
                  </a:cubicBezTo>
                  <a:cubicBezTo>
                    <a:pt x="239" y="58"/>
                    <a:pt x="239" y="104"/>
                    <a:pt x="239" y="151"/>
                  </a:cubicBezTo>
                  <a:cubicBezTo>
                    <a:pt x="161" y="136"/>
                    <a:pt x="33" y="165"/>
                    <a:pt x="5" y="107"/>
                  </a:cubicBezTo>
                  <a:moveTo>
                    <a:pt x="472" y="691"/>
                  </a:moveTo>
                  <a:cubicBezTo>
                    <a:pt x="472" y="650"/>
                    <a:pt x="608" y="567"/>
                    <a:pt x="773" y="567"/>
                  </a:cubicBezTo>
                  <a:cubicBezTo>
                    <a:pt x="773" y="618"/>
                    <a:pt x="773" y="669"/>
                    <a:pt x="773" y="720"/>
                  </a:cubicBezTo>
                  <a:cubicBezTo>
                    <a:pt x="673" y="710"/>
                    <a:pt x="472" y="733"/>
                    <a:pt x="472" y="691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pPr/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14" name=""/>
            <p:cNvSpPr/>
            <p:nvPr/>
          </p:nvSpPr>
          <p:spPr>
            <a:xfrm>
              <a:off x="7746480" y="5842440"/>
              <a:ext cx="323280" cy="378360"/>
            </a:xfrm>
            <a:custGeom>
              <a:avLst/>
              <a:gdLst/>
              <a:ahLst/>
              <a:rect l="0" t="0" r="r" b="b"/>
              <a:pathLst>
                <a:path w="898" h="1051">
                  <a:moveTo>
                    <a:pt x="863" y="405"/>
                  </a:moveTo>
                  <a:cubicBezTo>
                    <a:pt x="816" y="288"/>
                    <a:pt x="690" y="145"/>
                    <a:pt x="506" y="67"/>
                  </a:cubicBezTo>
                  <a:cubicBezTo>
                    <a:pt x="47" y="-134"/>
                    <a:pt x="-120" y="171"/>
                    <a:pt x="89" y="324"/>
                  </a:cubicBezTo>
                  <a:cubicBezTo>
                    <a:pt x="335" y="506"/>
                    <a:pt x="312" y="795"/>
                    <a:pt x="406" y="914"/>
                  </a:cubicBezTo>
                  <a:cubicBezTo>
                    <a:pt x="307" y="940"/>
                    <a:pt x="234" y="993"/>
                    <a:pt x="234" y="1023"/>
                  </a:cubicBezTo>
                  <a:cubicBezTo>
                    <a:pt x="234" y="1066"/>
                    <a:pt x="434" y="1043"/>
                    <a:pt x="534" y="1051"/>
                  </a:cubicBezTo>
                  <a:cubicBezTo>
                    <a:pt x="701" y="1051"/>
                    <a:pt x="835" y="1017"/>
                    <a:pt x="835" y="976"/>
                  </a:cubicBezTo>
                  <a:cubicBezTo>
                    <a:pt x="838" y="945"/>
                    <a:pt x="833" y="925"/>
                    <a:pt x="824" y="908"/>
                  </a:cubicBezTo>
                  <a:cubicBezTo>
                    <a:pt x="905" y="789"/>
                    <a:pt x="922" y="550"/>
                    <a:pt x="863" y="405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pPr/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15" name=""/>
            <p:cNvSpPr/>
            <p:nvPr/>
          </p:nvSpPr>
          <p:spPr>
            <a:xfrm>
              <a:off x="7871400" y="5970600"/>
              <a:ext cx="120960" cy="222480"/>
            </a:xfrm>
            <a:custGeom>
              <a:avLst/>
              <a:gdLst/>
              <a:ahLst/>
              <a:rect l="0" t="0" r="r" b="b"/>
              <a:pathLst>
                <a:path w="336" h="618">
                  <a:moveTo>
                    <a:pt x="308" y="0"/>
                  </a:moveTo>
                  <a:cubicBezTo>
                    <a:pt x="163" y="12"/>
                    <a:pt x="32" y="145"/>
                    <a:pt x="32" y="311"/>
                  </a:cubicBezTo>
                  <a:cubicBezTo>
                    <a:pt x="35" y="458"/>
                    <a:pt x="127" y="533"/>
                    <a:pt x="96" y="544"/>
                  </a:cubicBezTo>
                  <a:cubicBezTo>
                    <a:pt x="-149" y="631"/>
                    <a:pt x="129" y="567"/>
                    <a:pt x="324" y="617"/>
                  </a:cubicBezTo>
                  <a:cubicBezTo>
                    <a:pt x="385" y="634"/>
                    <a:pt x="193" y="420"/>
                    <a:pt x="193" y="249"/>
                  </a:cubicBezTo>
                  <a:cubicBezTo>
                    <a:pt x="193" y="145"/>
                    <a:pt x="238" y="57"/>
                    <a:pt x="308" y="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pPr/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16" name=""/>
            <p:cNvSpPr/>
            <p:nvPr/>
          </p:nvSpPr>
          <p:spPr>
            <a:xfrm>
              <a:off x="7869960" y="5828760"/>
              <a:ext cx="217800" cy="340920"/>
            </a:xfrm>
            <a:custGeom>
              <a:avLst/>
              <a:gdLst/>
              <a:ahLst/>
              <a:rect l="0" t="0" r="r" b="b"/>
              <a:pathLst>
                <a:path w="605" h="947">
                  <a:moveTo>
                    <a:pt x="167" y="41"/>
                  </a:moveTo>
                  <a:cubicBezTo>
                    <a:pt x="106" y="21"/>
                    <a:pt x="50" y="8"/>
                    <a:pt x="0" y="0"/>
                  </a:cubicBezTo>
                  <a:cubicBezTo>
                    <a:pt x="5" y="21"/>
                    <a:pt x="9" y="47"/>
                    <a:pt x="11" y="68"/>
                  </a:cubicBezTo>
                  <a:cubicBezTo>
                    <a:pt x="355" y="156"/>
                    <a:pt x="686" y="504"/>
                    <a:pt x="483" y="947"/>
                  </a:cubicBezTo>
                  <a:cubicBezTo>
                    <a:pt x="581" y="809"/>
                    <a:pt x="605" y="691"/>
                    <a:pt x="605" y="512"/>
                  </a:cubicBezTo>
                  <a:cubicBezTo>
                    <a:pt x="605" y="320"/>
                    <a:pt x="338" y="94"/>
                    <a:pt x="167" y="41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pPr/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17" name=""/>
            <p:cNvSpPr/>
            <p:nvPr/>
          </p:nvSpPr>
          <p:spPr>
            <a:xfrm>
              <a:off x="7865640" y="5819400"/>
              <a:ext cx="238320" cy="351360"/>
            </a:xfrm>
            <a:custGeom>
              <a:avLst/>
              <a:gdLst/>
              <a:ahLst/>
              <a:rect l="0" t="0" r="r" b="b"/>
              <a:pathLst>
                <a:path w="662" h="976">
                  <a:moveTo>
                    <a:pt x="0" y="0"/>
                  </a:moveTo>
                  <a:cubicBezTo>
                    <a:pt x="12" y="17"/>
                    <a:pt x="17" y="39"/>
                    <a:pt x="21" y="62"/>
                  </a:cubicBezTo>
                  <a:cubicBezTo>
                    <a:pt x="313" y="143"/>
                    <a:pt x="593" y="329"/>
                    <a:pt x="593" y="662"/>
                  </a:cubicBezTo>
                  <a:cubicBezTo>
                    <a:pt x="593" y="737"/>
                    <a:pt x="548" y="905"/>
                    <a:pt x="492" y="976"/>
                  </a:cubicBezTo>
                  <a:cubicBezTo>
                    <a:pt x="601" y="899"/>
                    <a:pt x="662" y="715"/>
                    <a:pt x="662" y="538"/>
                  </a:cubicBezTo>
                  <a:cubicBezTo>
                    <a:pt x="665" y="260"/>
                    <a:pt x="456" y="94"/>
                    <a:pt x="207" y="28"/>
                  </a:cubicBezTo>
                  <a:cubicBezTo>
                    <a:pt x="132" y="9"/>
                    <a:pt x="64" y="0"/>
                    <a:pt x="0" y="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pPr/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18" name=""/>
            <p:cNvSpPr/>
            <p:nvPr/>
          </p:nvSpPr>
          <p:spPr>
            <a:xfrm>
              <a:off x="7768080" y="5744160"/>
              <a:ext cx="56520" cy="59040"/>
            </a:xfrm>
            <a:custGeom>
              <a:avLst/>
              <a:gdLst/>
              <a:ahLst/>
              <a:rect l="0" t="0" r="r" b="b"/>
              <a:pathLst>
                <a:path w="157" h="164">
                  <a:moveTo>
                    <a:pt x="1" y="164"/>
                  </a:moveTo>
                  <a:cubicBezTo>
                    <a:pt x="-7" y="77"/>
                    <a:pt x="44" y="54"/>
                    <a:pt x="65" y="0"/>
                  </a:cubicBezTo>
                  <a:cubicBezTo>
                    <a:pt x="96" y="49"/>
                    <a:pt x="149" y="62"/>
                    <a:pt x="157" y="147"/>
                  </a:cubicBezTo>
                  <a:cubicBezTo>
                    <a:pt x="105" y="153"/>
                    <a:pt x="53" y="158"/>
                    <a:pt x="1" y="164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pPr/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19" name=""/>
            <p:cNvSpPr/>
            <p:nvPr/>
          </p:nvSpPr>
          <p:spPr>
            <a:xfrm>
              <a:off x="7681680" y="5740200"/>
              <a:ext cx="196560" cy="232920"/>
            </a:xfrm>
            <a:custGeom>
              <a:avLst/>
              <a:gdLst/>
              <a:ahLst/>
              <a:rect l="0" t="0" r="r" b="b"/>
              <a:pathLst>
                <a:path w="546" h="647">
                  <a:moveTo>
                    <a:pt x="404" y="0"/>
                  </a:moveTo>
                  <a:cubicBezTo>
                    <a:pt x="372" y="50"/>
                    <a:pt x="315" y="60"/>
                    <a:pt x="304" y="148"/>
                  </a:cubicBezTo>
                  <a:cubicBezTo>
                    <a:pt x="154" y="154"/>
                    <a:pt x="-13" y="357"/>
                    <a:pt x="0" y="519"/>
                  </a:cubicBezTo>
                  <a:cubicBezTo>
                    <a:pt x="3" y="564"/>
                    <a:pt x="123" y="647"/>
                    <a:pt x="272" y="647"/>
                  </a:cubicBezTo>
                  <a:cubicBezTo>
                    <a:pt x="424" y="647"/>
                    <a:pt x="546" y="513"/>
                    <a:pt x="546" y="348"/>
                  </a:cubicBezTo>
                  <a:cubicBezTo>
                    <a:pt x="549" y="250"/>
                    <a:pt x="518" y="197"/>
                    <a:pt x="465" y="173"/>
                  </a:cubicBezTo>
                  <a:cubicBezTo>
                    <a:pt x="473" y="86"/>
                    <a:pt x="425" y="58"/>
                    <a:pt x="404" y="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pPr/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20" name=""/>
            <p:cNvSpPr/>
            <p:nvPr/>
          </p:nvSpPr>
          <p:spPr>
            <a:xfrm>
              <a:off x="7796880" y="5767920"/>
              <a:ext cx="43920" cy="85680"/>
            </a:xfrm>
            <a:custGeom>
              <a:avLst/>
              <a:gdLst/>
              <a:ahLst/>
              <a:rect l="0" t="0" r="r" b="b"/>
              <a:pathLst>
                <a:path w="122" h="238">
                  <a:moveTo>
                    <a:pt x="49" y="235"/>
                  </a:moveTo>
                  <a:cubicBezTo>
                    <a:pt x="16" y="229"/>
                    <a:pt x="-10" y="229"/>
                    <a:pt x="4" y="109"/>
                  </a:cubicBezTo>
                  <a:cubicBezTo>
                    <a:pt x="13" y="45"/>
                    <a:pt x="53" y="37"/>
                    <a:pt x="77" y="0"/>
                  </a:cubicBezTo>
                  <a:cubicBezTo>
                    <a:pt x="92" y="43"/>
                    <a:pt x="126" y="62"/>
                    <a:pt x="121" y="126"/>
                  </a:cubicBezTo>
                  <a:cubicBezTo>
                    <a:pt x="107" y="246"/>
                    <a:pt x="83" y="241"/>
                    <a:pt x="49" y="235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pPr/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21" name=""/>
            <p:cNvSpPr/>
            <p:nvPr/>
          </p:nvSpPr>
          <p:spPr>
            <a:xfrm>
              <a:off x="7726320" y="5839560"/>
              <a:ext cx="59400" cy="54360"/>
            </a:xfrm>
            <a:custGeom>
              <a:avLst/>
              <a:gdLst/>
              <a:ahLst/>
              <a:rect l="0" t="0" r="r" b="b"/>
              <a:pathLst>
                <a:path w="165" h="151">
                  <a:moveTo>
                    <a:pt x="73" y="151"/>
                  </a:moveTo>
                  <a:cubicBezTo>
                    <a:pt x="22" y="151"/>
                    <a:pt x="24" y="116"/>
                    <a:pt x="0" y="98"/>
                  </a:cubicBezTo>
                  <a:cubicBezTo>
                    <a:pt x="24" y="65"/>
                    <a:pt x="22" y="0"/>
                    <a:pt x="73" y="0"/>
                  </a:cubicBezTo>
                  <a:cubicBezTo>
                    <a:pt x="122" y="0"/>
                    <a:pt x="134" y="65"/>
                    <a:pt x="165" y="98"/>
                  </a:cubicBezTo>
                  <a:cubicBezTo>
                    <a:pt x="134" y="116"/>
                    <a:pt x="122" y="151"/>
                    <a:pt x="73" y="151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pPr/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22" name=""/>
            <p:cNvSpPr/>
            <p:nvPr/>
          </p:nvSpPr>
          <p:spPr>
            <a:xfrm>
              <a:off x="7734960" y="5851800"/>
              <a:ext cx="36360" cy="33120"/>
            </a:xfrm>
            <a:custGeom>
              <a:avLst/>
              <a:gdLst/>
              <a:ahLst/>
              <a:rect l="0" t="0" r="r" b="b"/>
              <a:pathLst>
                <a:path w="101" h="92">
                  <a:moveTo>
                    <a:pt x="45" y="92"/>
                  </a:moveTo>
                  <a:cubicBezTo>
                    <a:pt x="14" y="92"/>
                    <a:pt x="15" y="69"/>
                    <a:pt x="0" y="58"/>
                  </a:cubicBezTo>
                  <a:cubicBezTo>
                    <a:pt x="15" y="38"/>
                    <a:pt x="14" y="0"/>
                    <a:pt x="45" y="0"/>
                  </a:cubicBezTo>
                  <a:cubicBezTo>
                    <a:pt x="75" y="0"/>
                    <a:pt x="83" y="38"/>
                    <a:pt x="101" y="58"/>
                  </a:cubicBezTo>
                  <a:cubicBezTo>
                    <a:pt x="83" y="69"/>
                    <a:pt x="75" y="92"/>
                    <a:pt x="45" y="92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pPr/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23" name=""/>
            <p:cNvSpPr/>
            <p:nvPr/>
          </p:nvSpPr>
          <p:spPr>
            <a:xfrm>
              <a:off x="7718040" y="5858640"/>
              <a:ext cx="171000" cy="146520"/>
            </a:xfrm>
            <a:custGeom>
              <a:avLst/>
              <a:gdLst/>
              <a:ahLst/>
              <a:rect l="0" t="0" r="r" b="b"/>
              <a:pathLst>
                <a:path w="475" h="407">
                  <a:moveTo>
                    <a:pt x="333" y="33"/>
                  </a:moveTo>
                  <a:cubicBezTo>
                    <a:pt x="265" y="-52"/>
                    <a:pt x="264" y="52"/>
                    <a:pt x="229" y="61"/>
                  </a:cubicBezTo>
                  <a:cubicBezTo>
                    <a:pt x="240" y="64"/>
                    <a:pt x="249" y="68"/>
                    <a:pt x="260" y="72"/>
                  </a:cubicBezTo>
                  <a:cubicBezTo>
                    <a:pt x="242" y="80"/>
                    <a:pt x="223" y="89"/>
                    <a:pt x="205" y="97"/>
                  </a:cubicBezTo>
                  <a:cubicBezTo>
                    <a:pt x="209" y="102"/>
                    <a:pt x="213" y="107"/>
                    <a:pt x="218" y="110"/>
                  </a:cubicBezTo>
                  <a:cubicBezTo>
                    <a:pt x="208" y="110"/>
                    <a:pt x="200" y="110"/>
                    <a:pt x="190" y="110"/>
                  </a:cubicBezTo>
                  <a:cubicBezTo>
                    <a:pt x="196" y="115"/>
                    <a:pt x="201" y="120"/>
                    <a:pt x="207" y="125"/>
                  </a:cubicBezTo>
                  <a:cubicBezTo>
                    <a:pt x="203" y="129"/>
                    <a:pt x="200" y="131"/>
                    <a:pt x="196" y="133"/>
                  </a:cubicBezTo>
                  <a:cubicBezTo>
                    <a:pt x="177" y="121"/>
                    <a:pt x="156" y="116"/>
                    <a:pt x="134" y="116"/>
                  </a:cubicBezTo>
                  <a:cubicBezTo>
                    <a:pt x="62" y="116"/>
                    <a:pt x="0" y="181"/>
                    <a:pt x="0" y="262"/>
                  </a:cubicBezTo>
                  <a:cubicBezTo>
                    <a:pt x="0" y="343"/>
                    <a:pt x="59" y="407"/>
                    <a:pt x="134" y="407"/>
                  </a:cubicBezTo>
                  <a:cubicBezTo>
                    <a:pt x="207" y="407"/>
                    <a:pt x="269" y="343"/>
                    <a:pt x="269" y="262"/>
                  </a:cubicBezTo>
                  <a:cubicBezTo>
                    <a:pt x="269" y="259"/>
                    <a:pt x="269" y="257"/>
                    <a:pt x="269" y="253"/>
                  </a:cubicBezTo>
                  <a:cubicBezTo>
                    <a:pt x="286" y="258"/>
                    <a:pt x="301" y="263"/>
                    <a:pt x="318" y="266"/>
                  </a:cubicBezTo>
                  <a:cubicBezTo>
                    <a:pt x="315" y="254"/>
                    <a:pt x="311" y="241"/>
                    <a:pt x="307" y="228"/>
                  </a:cubicBezTo>
                  <a:cubicBezTo>
                    <a:pt x="327" y="228"/>
                    <a:pt x="346" y="228"/>
                    <a:pt x="365" y="228"/>
                  </a:cubicBezTo>
                  <a:cubicBezTo>
                    <a:pt x="357" y="220"/>
                    <a:pt x="349" y="213"/>
                    <a:pt x="341" y="206"/>
                  </a:cubicBezTo>
                  <a:cubicBezTo>
                    <a:pt x="369" y="185"/>
                    <a:pt x="397" y="164"/>
                    <a:pt x="425" y="142"/>
                  </a:cubicBezTo>
                  <a:cubicBezTo>
                    <a:pt x="408" y="142"/>
                    <a:pt x="391" y="142"/>
                    <a:pt x="374" y="142"/>
                  </a:cubicBezTo>
                  <a:cubicBezTo>
                    <a:pt x="399" y="126"/>
                    <a:pt x="426" y="110"/>
                    <a:pt x="453" y="93"/>
                  </a:cubicBezTo>
                  <a:cubicBezTo>
                    <a:pt x="434" y="93"/>
                    <a:pt x="416" y="93"/>
                    <a:pt x="398" y="93"/>
                  </a:cubicBezTo>
                  <a:cubicBezTo>
                    <a:pt x="428" y="91"/>
                    <a:pt x="509" y="28"/>
                    <a:pt x="459" y="46"/>
                  </a:cubicBezTo>
                  <a:cubicBezTo>
                    <a:pt x="408" y="63"/>
                    <a:pt x="374" y="38"/>
                    <a:pt x="333" y="33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pPr/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24" name=""/>
            <p:cNvSpPr/>
            <p:nvPr/>
          </p:nvSpPr>
          <p:spPr>
            <a:xfrm>
              <a:off x="7663320" y="5956920"/>
              <a:ext cx="219240" cy="111240"/>
            </a:xfrm>
            <a:custGeom>
              <a:avLst/>
              <a:gdLst/>
              <a:ahLst/>
              <a:rect l="0" t="0" r="r" b="b"/>
              <a:pathLst>
                <a:path w="609" h="309">
                  <a:moveTo>
                    <a:pt x="237" y="153"/>
                  </a:moveTo>
                  <a:cubicBezTo>
                    <a:pt x="160" y="139"/>
                    <a:pt x="31" y="168"/>
                    <a:pt x="4" y="109"/>
                  </a:cubicBezTo>
                  <a:cubicBezTo>
                    <a:pt x="-35" y="25"/>
                    <a:pt x="201" y="-26"/>
                    <a:pt x="262" y="14"/>
                  </a:cubicBezTo>
                  <a:cubicBezTo>
                    <a:pt x="407" y="103"/>
                    <a:pt x="603" y="-69"/>
                    <a:pt x="609" y="190"/>
                  </a:cubicBezTo>
                  <a:cubicBezTo>
                    <a:pt x="611" y="254"/>
                    <a:pt x="458" y="441"/>
                    <a:pt x="237" y="153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pPr/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grpSp>
        <p:nvGrpSpPr>
          <p:cNvPr id="125" name=""/>
          <p:cNvGrpSpPr/>
          <p:nvPr/>
        </p:nvGrpSpPr>
        <p:grpSpPr>
          <a:xfrm>
            <a:off x="10667520" y="4789440"/>
            <a:ext cx="1088640" cy="1306440"/>
            <a:chOff x="10667520" y="4789440"/>
            <a:chExt cx="1088640" cy="1306440"/>
          </a:xfrm>
        </p:grpSpPr>
        <p:sp>
          <p:nvSpPr>
            <p:cNvPr id="126" name=""/>
            <p:cNvSpPr/>
            <p:nvPr/>
          </p:nvSpPr>
          <p:spPr>
            <a:xfrm>
              <a:off x="11103120" y="5007240"/>
              <a:ext cx="217440" cy="1088640"/>
            </a:xfrm>
            <a:prstGeom prst="rect">
              <a:avLst/>
            </a:pr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/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27" name=""/>
            <p:cNvSpPr/>
            <p:nvPr/>
          </p:nvSpPr>
          <p:spPr>
            <a:xfrm>
              <a:off x="10667520" y="5442480"/>
              <a:ext cx="1088640" cy="326520"/>
            </a:xfrm>
            <a:prstGeom prst="roundRect">
              <a:avLst>
                <a:gd name="adj" fmla="val 50000"/>
              </a:avLst>
            </a:pr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/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28" name=""/>
            <p:cNvSpPr/>
            <p:nvPr/>
          </p:nvSpPr>
          <p:spPr>
            <a:xfrm>
              <a:off x="10776240" y="5225040"/>
              <a:ext cx="870840" cy="326520"/>
            </a:xfrm>
            <a:prstGeom prst="roundRect">
              <a:avLst>
                <a:gd name="adj" fmla="val 50000"/>
              </a:avLst>
            </a:pr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/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29" name=""/>
            <p:cNvSpPr/>
            <p:nvPr/>
          </p:nvSpPr>
          <p:spPr>
            <a:xfrm>
              <a:off x="10885320" y="5007240"/>
              <a:ext cx="653040" cy="326520"/>
            </a:xfrm>
            <a:prstGeom prst="roundRect">
              <a:avLst>
                <a:gd name="adj" fmla="val 50000"/>
              </a:avLst>
            </a:pr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/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30" name=""/>
            <p:cNvSpPr/>
            <p:nvPr/>
          </p:nvSpPr>
          <p:spPr>
            <a:xfrm>
              <a:off x="10994040" y="4789440"/>
              <a:ext cx="435600" cy="326520"/>
            </a:xfrm>
            <a:prstGeom prst="roundRect">
              <a:avLst>
                <a:gd name="adj" fmla="val 50000"/>
              </a:avLst>
            </a:pr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/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grpSp>
        <p:nvGrpSpPr>
          <p:cNvPr id="131" name=""/>
          <p:cNvGrpSpPr/>
          <p:nvPr/>
        </p:nvGrpSpPr>
        <p:grpSpPr>
          <a:xfrm>
            <a:off x="9579240" y="4898520"/>
            <a:ext cx="870840" cy="1197360"/>
            <a:chOff x="9579240" y="4898520"/>
            <a:chExt cx="870840" cy="1197360"/>
          </a:xfrm>
        </p:grpSpPr>
        <p:sp>
          <p:nvSpPr>
            <p:cNvPr id="132" name=""/>
            <p:cNvSpPr/>
            <p:nvPr/>
          </p:nvSpPr>
          <p:spPr>
            <a:xfrm>
              <a:off x="9905760" y="5007240"/>
              <a:ext cx="217800" cy="1088640"/>
            </a:xfrm>
            <a:prstGeom prst="rect">
              <a:avLst/>
            </a:pr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/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33" name=""/>
            <p:cNvSpPr/>
            <p:nvPr/>
          </p:nvSpPr>
          <p:spPr>
            <a:xfrm>
              <a:off x="9579240" y="5334120"/>
              <a:ext cx="870840" cy="326520"/>
            </a:xfrm>
            <a:prstGeom prst="roundRect">
              <a:avLst>
                <a:gd name="adj" fmla="val 50000"/>
              </a:avLst>
            </a:pr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/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34" name=""/>
            <p:cNvSpPr/>
            <p:nvPr/>
          </p:nvSpPr>
          <p:spPr>
            <a:xfrm>
              <a:off x="9687960" y="5116320"/>
              <a:ext cx="653400" cy="326520"/>
            </a:xfrm>
            <a:prstGeom prst="roundRect">
              <a:avLst>
                <a:gd name="adj" fmla="val 50000"/>
              </a:avLst>
            </a:pr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/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35" name=""/>
            <p:cNvSpPr/>
            <p:nvPr/>
          </p:nvSpPr>
          <p:spPr>
            <a:xfrm>
              <a:off x="9797040" y="4898520"/>
              <a:ext cx="435240" cy="326520"/>
            </a:xfrm>
            <a:prstGeom prst="roundRect">
              <a:avLst>
                <a:gd name="adj" fmla="val 50000"/>
              </a:avLst>
            </a:pr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/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grpSp>
        <p:nvGrpSpPr>
          <p:cNvPr id="136" name=""/>
          <p:cNvGrpSpPr/>
          <p:nvPr/>
        </p:nvGrpSpPr>
        <p:grpSpPr>
          <a:xfrm>
            <a:off x="10667520" y="4354200"/>
            <a:ext cx="435600" cy="326520"/>
            <a:chOff x="10667520" y="4354200"/>
            <a:chExt cx="435600" cy="326520"/>
          </a:xfrm>
        </p:grpSpPr>
        <p:sp>
          <p:nvSpPr>
            <p:cNvPr id="137" name=""/>
            <p:cNvSpPr/>
            <p:nvPr/>
          </p:nvSpPr>
          <p:spPr>
            <a:xfrm>
              <a:off x="10847520" y="4354200"/>
              <a:ext cx="105480" cy="189720"/>
            </a:xfrm>
            <a:custGeom>
              <a:avLst/>
              <a:gdLst/>
              <a:ahLst/>
              <a:rect l="0" t="0" r="r" b="b"/>
              <a:pathLst>
                <a:path w="293" h="527">
                  <a:moveTo>
                    <a:pt x="241" y="170"/>
                  </a:moveTo>
                  <a:cubicBezTo>
                    <a:pt x="189" y="72"/>
                    <a:pt x="78" y="-13"/>
                    <a:pt x="32" y="2"/>
                  </a:cubicBezTo>
                  <a:cubicBezTo>
                    <a:pt x="-2" y="17"/>
                    <a:pt x="37" y="83"/>
                    <a:pt x="69" y="118"/>
                  </a:cubicBezTo>
                  <a:cubicBezTo>
                    <a:pt x="72" y="120"/>
                    <a:pt x="70" y="125"/>
                    <a:pt x="65" y="125"/>
                  </a:cubicBezTo>
                  <a:cubicBezTo>
                    <a:pt x="50" y="121"/>
                    <a:pt x="33" y="121"/>
                    <a:pt x="26" y="130"/>
                  </a:cubicBezTo>
                  <a:cubicBezTo>
                    <a:pt x="9" y="150"/>
                    <a:pt x="33" y="179"/>
                    <a:pt x="54" y="199"/>
                  </a:cubicBezTo>
                  <a:cubicBezTo>
                    <a:pt x="58" y="201"/>
                    <a:pt x="55" y="207"/>
                    <a:pt x="50" y="206"/>
                  </a:cubicBezTo>
                  <a:cubicBezTo>
                    <a:pt x="32" y="202"/>
                    <a:pt x="14" y="202"/>
                    <a:pt x="8" y="210"/>
                  </a:cubicBezTo>
                  <a:cubicBezTo>
                    <a:pt x="-17" y="240"/>
                    <a:pt x="20" y="328"/>
                    <a:pt x="42" y="361"/>
                  </a:cubicBezTo>
                  <a:cubicBezTo>
                    <a:pt x="69" y="400"/>
                    <a:pt x="96" y="438"/>
                    <a:pt x="131" y="469"/>
                  </a:cubicBezTo>
                  <a:cubicBezTo>
                    <a:pt x="168" y="500"/>
                    <a:pt x="212" y="523"/>
                    <a:pt x="260" y="527"/>
                  </a:cubicBezTo>
                  <a:cubicBezTo>
                    <a:pt x="262" y="527"/>
                    <a:pt x="264" y="527"/>
                    <a:pt x="266" y="527"/>
                  </a:cubicBezTo>
                  <a:cubicBezTo>
                    <a:pt x="268" y="525"/>
                    <a:pt x="269" y="522"/>
                    <a:pt x="270" y="519"/>
                  </a:cubicBezTo>
                  <a:cubicBezTo>
                    <a:pt x="279" y="498"/>
                    <a:pt x="281" y="489"/>
                    <a:pt x="285" y="471"/>
                  </a:cubicBezTo>
                  <a:cubicBezTo>
                    <a:pt x="289" y="397"/>
                    <a:pt x="316" y="314"/>
                    <a:pt x="241" y="17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pPr/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38" name=""/>
            <p:cNvSpPr/>
            <p:nvPr/>
          </p:nvSpPr>
          <p:spPr>
            <a:xfrm>
              <a:off x="10667520" y="4354200"/>
              <a:ext cx="394920" cy="326520"/>
            </a:xfrm>
            <a:custGeom>
              <a:avLst/>
              <a:gdLst/>
              <a:ahLst/>
              <a:rect l="0" t="0" r="r" b="b"/>
              <a:pathLst>
                <a:path w="1097" h="907">
                  <a:moveTo>
                    <a:pt x="910" y="345"/>
                  </a:moveTo>
                  <a:cubicBezTo>
                    <a:pt x="847" y="354"/>
                    <a:pt x="783" y="414"/>
                    <a:pt x="750" y="467"/>
                  </a:cubicBezTo>
                  <a:cubicBezTo>
                    <a:pt x="749" y="470"/>
                    <a:pt x="745" y="474"/>
                    <a:pt x="741" y="475"/>
                  </a:cubicBezTo>
                  <a:cubicBezTo>
                    <a:pt x="737" y="475"/>
                    <a:pt x="733" y="472"/>
                    <a:pt x="729" y="469"/>
                  </a:cubicBezTo>
                  <a:cubicBezTo>
                    <a:pt x="695" y="438"/>
                    <a:pt x="651" y="398"/>
                    <a:pt x="595" y="329"/>
                  </a:cubicBezTo>
                  <a:cubicBezTo>
                    <a:pt x="571" y="299"/>
                    <a:pt x="451" y="155"/>
                    <a:pt x="334" y="73"/>
                  </a:cubicBezTo>
                  <a:cubicBezTo>
                    <a:pt x="232" y="2"/>
                    <a:pt x="104" y="-16"/>
                    <a:pt x="60" y="13"/>
                  </a:cubicBezTo>
                  <a:cubicBezTo>
                    <a:pt x="40" y="27"/>
                    <a:pt x="36" y="57"/>
                    <a:pt x="45" y="80"/>
                  </a:cubicBezTo>
                  <a:cubicBezTo>
                    <a:pt x="54" y="103"/>
                    <a:pt x="86" y="129"/>
                    <a:pt x="110" y="140"/>
                  </a:cubicBezTo>
                  <a:cubicBezTo>
                    <a:pt x="80" y="137"/>
                    <a:pt x="41" y="161"/>
                    <a:pt x="41" y="190"/>
                  </a:cubicBezTo>
                  <a:cubicBezTo>
                    <a:pt x="41" y="241"/>
                    <a:pt x="132" y="296"/>
                    <a:pt x="161" y="305"/>
                  </a:cubicBezTo>
                  <a:cubicBezTo>
                    <a:pt x="135" y="306"/>
                    <a:pt x="115" y="335"/>
                    <a:pt x="121" y="359"/>
                  </a:cubicBezTo>
                  <a:cubicBezTo>
                    <a:pt x="132" y="406"/>
                    <a:pt x="219" y="428"/>
                    <a:pt x="246" y="432"/>
                  </a:cubicBezTo>
                  <a:cubicBezTo>
                    <a:pt x="221" y="437"/>
                    <a:pt x="208" y="467"/>
                    <a:pt x="217" y="490"/>
                  </a:cubicBezTo>
                  <a:cubicBezTo>
                    <a:pt x="230" y="526"/>
                    <a:pt x="317" y="549"/>
                    <a:pt x="341" y="554"/>
                  </a:cubicBezTo>
                  <a:cubicBezTo>
                    <a:pt x="319" y="573"/>
                    <a:pt x="328" y="605"/>
                    <a:pt x="351" y="622"/>
                  </a:cubicBezTo>
                  <a:cubicBezTo>
                    <a:pt x="370" y="637"/>
                    <a:pt x="397" y="647"/>
                    <a:pt x="422" y="651"/>
                  </a:cubicBezTo>
                  <a:cubicBezTo>
                    <a:pt x="357" y="643"/>
                    <a:pt x="281" y="634"/>
                    <a:pt x="217" y="633"/>
                  </a:cubicBezTo>
                  <a:cubicBezTo>
                    <a:pt x="154" y="631"/>
                    <a:pt x="58" y="652"/>
                    <a:pt x="0" y="704"/>
                  </a:cubicBezTo>
                  <a:cubicBezTo>
                    <a:pt x="83" y="738"/>
                    <a:pt x="180" y="809"/>
                    <a:pt x="218" y="907"/>
                  </a:cubicBezTo>
                  <a:cubicBezTo>
                    <a:pt x="279" y="905"/>
                    <a:pt x="323" y="871"/>
                    <a:pt x="371" y="835"/>
                  </a:cubicBezTo>
                  <a:cubicBezTo>
                    <a:pt x="379" y="828"/>
                    <a:pt x="386" y="822"/>
                    <a:pt x="396" y="821"/>
                  </a:cubicBezTo>
                  <a:cubicBezTo>
                    <a:pt x="402" y="821"/>
                    <a:pt x="409" y="822"/>
                    <a:pt x="415" y="825"/>
                  </a:cubicBezTo>
                  <a:cubicBezTo>
                    <a:pt x="441" y="833"/>
                    <a:pt x="564" y="895"/>
                    <a:pt x="718" y="888"/>
                  </a:cubicBezTo>
                  <a:cubicBezTo>
                    <a:pt x="837" y="882"/>
                    <a:pt x="940" y="832"/>
                    <a:pt x="988" y="741"/>
                  </a:cubicBezTo>
                  <a:cubicBezTo>
                    <a:pt x="1035" y="653"/>
                    <a:pt x="1040" y="559"/>
                    <a:pt x="1045" y="532"/>
                  </a:cubicBezTo>
                  <a:cubicBezTo>
                    <a:pt x="1050" y="507"/>
                    <a:pt x="1074" y="493"/>
                    <a:pt x="1097" y="486"/>
                  </a:cubicBezTo>
                  <a:cubicBezTo>
                    <a:pt x="1095" y="461"/>
                    <a:pt x="1098" y="428"/>
                    <a:pt x="1095" y="402"/>
                  </a:cubicBezTo>
                  <a:cubicBezTo>
                    <a:pt x="1046" y="362"/>
                    <a:pt x="972" y="335"/>
                    <a:pt x="910" y="345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pPr/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39" name=""/>
            <p:cNvSpPr/>
            <p:nvPr/>
          </p:nvSpPr>
          <p:spPr>
            <a:xfrm>
              <a:off x="11054880" y="4497840"/>
              <a:ext cx="48240" cy="33120"/>
            </a:xfrm>
            <a:custGeom>
              <a:avLst/>
              <a:gdLst/>
              <a:ahLst/>
              <a:rect l="0" t="0" r="r" b="b"/>
              <a:pathLst>
                <a:path w="134" h="92">
                  <a:moveTo>
                    <a:pt x="29" y="1"/>
                  </a:moveTo>
                  <a:cubicBezTo>
                    <a:pt x="26" y="0"/>
                    <a:pt x="21" y="0"/>
                    <a:pt x="17" y="0"/>
                  </a:cubicBezTo>
                  <a:cubicBezTo>
                    <a:pt x="10" y="1"/>
                    <a:pt x="8" y="4"/>
                    <a:pt x="5" y="10"/>
                  </a:cubicBezTo>
                  <a:cubicBezTo>
                    <a:pt x="-2" y="24"/>
                    <a:pt x="0" y="73"/>
                    <a:pt x="4" y="82"/>
                  </a:cubicBezTo>
                  <a:cubicBezTo>
                    <a:pt x="6" y="88"/>
                    <a:pt x="10" y="92"/>
                    <a:pt x="17" y="92"/>
                  </a:cubicBezTo>
                  <a:cubicBezTo>
                    <a:pt x="20" y="92"/>
                    <a:pt x="23" y="91"/>
                    <a:pt x="26" y="90"/>
                  </a:cubicBezTo>
                  <a:cubicBezTo>
                    <a:pt x="34" y="87"/>
                    <a:pt x="44" y="84"/>
                    <a:pt x="54" y="81"/>
                  </a:cubicBezTo>
                  <a:cubicBezTo>
                    <a:pt x="78" y="73"/>
                    <a:pt x="101" y="65"/>
                    <a:pt x="124" y="57"/>
                  </a:cubicBezTo>
                  <a:cubicBezTo>
                    <a:pt x="127" y="56"/>
                    <a:pt x="132" y="55"/>
                    <a:pt x="133" y="51"/>
                  </a:cubicBezTo>
                  <a:cubicBezTo>
                    <a:pt x="135" y="46"/>
                    <a:pt x="130" y="41"/>
                    <a:pt x="126" y="38"/>
                  </a:cubicBezTo>
                  <a:cubicBezTo>
                    <a:pt x="95" y="23"/>
                    <a:pt x="62" y="11"/>
                    <a:pt x="29" y="1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pPr/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40" name=""/>
            <p:cNvSpPr/>
            <p:nvPr/>
          </p:nvSpPr>
          <p:spPr>
            <a:xfrm>
              <a:off x="10999800" y="4500360"/>
              <a:ext cx="25200" cy="24480"/>
            </a:xfrm>
            <a:custGeom>
              <a:avLst/>
              <a:gdLst/>
              <a:ahLst/>
              <a:rect l="0" t="0" r="r" b="b"/>
              <a:pathLst>
                <a:path w="70" h="68">
                  <a:moveTo>
                    <a:pt x="0" y="34"/>
                  </a:moveTo>
                  <a:cubicBezTo>
                    <a:pt x="0" y="40"/>
                    <a:pt x="2" y="46"/>
                    <a:pt x="5" y="51"/>
                  </a:cubicBezTo>
                  <a:cubicBezTo>
                    <a:pt x="7" y="56"/>
                    <a:pt x="12" y="61"/>
                    <a:pt x="17" y="63"/>
                  </a:cubicBezTo>
                  <a:cubicBezTo>
                    <a:pt x="23" y="67"/>
                    <a:pt x="29" y="68"/>
                    <a:pt x="35" y="68"/>
                  </a:cubicBezTo>
                  <a:cubicBezTo>
                    <a:pt x="41" y="68"/>
                    <a:pt x="47" y="67"/>
                    <a:pt x="52" y="63"/>
                  </a:cubicBezTo>
                  <a:cubicBezTo>
                    <a:pt x="58" y="61"/>
                    <a:pt x="63" y="56"/>
                    <a:pt x="65" y="51"/>
                  </a:cubicBezTo>
                  <a:cubicBezTo>
                    <a:pt x="69" y="46"/>
                    <a:pt x="70" y="40"/>
                    <a:pt x="70" y="34"/>
                  </a:cubicBezTo>
                  <a:cubicBezTo>
                    <a:pt x="70" y="28"/>
                    <a:pt x="69" y="22"/>
                    <a:pt x="65" y="17"/>
                  </a:cubicBezTo>
                  <a:cubicBezTo>
                    <a:pt x="62" y="12"/>
                    <a:pt x="58" y="8"/>
                    <a:pt x="52" y="5"/>
                  </a:cubicBezTo>
                  <a:cubicBezTo>
                    <a:pt x="47" y="2"/>
                    <a:pt x="41" y="0"/>
                    <a:pt x="35" y="0"/>
                  </a:cubicBezTo>
                  <a:cubicBezTo>
                    <a:pt x="29" y="0"/>
                    <a:pt x="23" y="2"/>
                    <a:pt x="17" y="5"/>
                  </a:cubicBezTo>
                  <a:cubicBezTo>
                    <a:pt x="12" y="8"/>
                    <a:pt x="7" y="12"/>
                    <a:pt x="5" y="17"/>
                  </a:cubicBezTo>
                  <a:cubicBezTo>
                    <a:pt x="2" y="22"/>
                    <a:pt x="0" y="28"/>
                    <a:pt x="0" y="34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pPr/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41" name=""/>
            <p:cNvSpPr/>
            <p:nvPr/>
          </p:nvSpPr>
          <p:spPr>
            <a:xfrm>
              <a:off x="10697040" y="4404600"/>
              <a:ext cx="60480" cy="24480"/>
            </a:xfrm>
            <a:custGeom>
              <a:avLst/>
              <a:gdLst/>
              <a:ahLst/>
              <a:rect l="0" t="0" r="r" b="b"/>
              <a:pathLst>
                <a:path w="168" h="68">
                  <a:moveTo>
                    <a:pt x="93" y="33"/>
                  </a:moveTo>
                  <a:cubicBezTo>
                    <a:pt x="97" y="35"/>
                    <a:pt x="121" y="46"/>
                    <a:pt x="143" y="55"/>
                  </a:cubicBezTo>
                  <a:cubicBezTo>
                    <a:pt x="154" y="58"/>
                    <a:pt x="168" y="63"/>
                    <a:pt x="168" y="66"/>
                  </a:cubicBezTo>
                  <a:cubicBezTo>
                    <a:pt x="168" y="70"/>
                    <a:pt x="155" y="68"/>
                    <a:pt x="144" y="66"/>
                  </a:cubicBezTo>
                  <a:cubicBezTo>
                    <a:pt x="116" y="60"/>
                    <a:pt x="86" y="50"/>
                    <a:pt x="61" y="37"/>
                  </a:cubicBezTo>
                  <a:cubicBezTo>
                    <a:pt x="53" y="34"/>
                    <a:pt x="11" y="11"/>
                    <a:pt x="0" y="4"/>
                  </a:cubicBezTo>
                  <a:cubicBezTo>
                    <a:pt x="9" y="0"/>
                    <a:pt x="21" y="0"/>
                    <a:pt x="29" y="0"/>
                  </a:cubicBezTo>
                  <a:cubicBezTo>
                    <a:pt x="51" y="14"/>
                    <a:pt x="70" y="23"/>
                    <a:pt x="93" y="33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pPr/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42" name=""/>
            <p:cNvSpPr/>
            <p:nvPr/>
          </p:nvSpPr>
          <p:spPr>
            <a:xfrm>
              <a:off x="10717560" y="4464000"/>
              <a:ext cx="68760" cy="14040"/>
            </a:xfrm>
            <a:custGeom>
              <a:avLst/>
              <a:gdLst/>
              <a:ahLst/>
              <a:rect l="0" t="0" r="r" b="b"/>
              <a:pathLst>
                <a:path w="191" h="39">
                  <a:moveTo>
                    <a:pt x="151" y="28"/>
                  </a:moveTo>
                  <a:cubicBezTo>
                    <a:pt x="165" y="30"/>
                    <a:pt x="191" y="30"/>
                    <a:pt x="191" y="35"/>
                  </a:cubicBezTo>
                  <a:cubicBezTo>
                    <a:pt x="191" y="39"/>
                    <a:pt x="168" y="39"/>
                    <a:pt x="154" y="39"/>
                  </a:cubicBezTo>
                  <a:cubicBezTo>
                    <a:pt x="102" y="39"/>
                    <a:pt x="45" y="31"/>
                    <a:pt x="0" y="9"/>
                  </a:cubicBezTo>
                  <a:cubicBezTo>
                    <a:pt x="5" y="5"/>
                    <a:pt x="16" y="0"/>
                    <a:pt x="23" y="0"/>
                  </a:cubicBezTo>
                  <a:cubicBezTo>
                    <a:pt x="73" y="19"/>
                    <a:pt x="133" y="25"/>
                    <a:pt x="151" y="28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pPr/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43" name=""/>
            <p:cNvSpPr/>
            <p:nvPr/>
          </p:nvSpPr>
          <p:spPr>
            <a:xfrm>
              <a:off x="10748880" y="4509720"/>
              <a:ext cx="62280" cy="8640"/>
            </a:xfrm>
            <a:custGeom>
              <a:avLst/>
              <a:gdLst/>
              <a:ahLst/>
              <a:rect l="0" t="0" r="r" b="b"/>
              <a:pathLst>
                <a:path w="173" h="24">
                  <a:moveTo>
                    <a:pt x="128" y="11"/>
                  </a:moveTo>
                  <a:cubicBezTo>
                    <a:pt x="153" y="13"/>
                    <a:pt x="172" y="11"/>
                    <a:pt x="173" y="14"/>
                  </a:cubicBezTo>
                  <a:cubicBezTo>
                    <a:pt x="174" y="20"/>
                    <a:pt x="149" y="22"/>
                    <a:pt x="136" y="22"/>
                  </a:cubicBezTo>
                  <a:cubicBezTo>
                    <a:pt x="96" y="24"/>
                    <a:pt x="68" y="26"/>
                    <a:pt x="23" y="18"/>
                  </a:cubicBezTo>
                  <a:cubicBezTo>
                    <a:pt x="18" y="18"/>
                    <a:pt x="-1" y="14"/>
                    <a:pt x="0" y="12"/>
                  </a:cubicBezTo>
                  <a:cubicBezTo>
                    <a:pt x="4" y="7"/>
                    <a:pt x="14" y="1"/>
                    <a:pt x="20" y="0"/>
                  </a:cubicBezTo>
                  <a:cubicBezTo>
                    <a:pt x="45" y="6"/>
                    <a:pt x="103" y="9"/>
                    <a:pt x="128" y="11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pPr/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44" name=""/>
            <p:cNvSpPr/>
            <p:nvPr/>
          </p:nvSpPr>
          <p:spPr>
            <a:xfrm>
              <a:off x="10787400" y="4554000"/>
              <a:ext cx="56880" cy="8280"/>
            </a:xfrm>
            <a:custGeom>
              <a:avLst/>
              <a:gdLst/>
              <a:ahLst/>
              <a:rect l="0" t="0" r="r" b="b"/>
              <a:pathLst>
                <a:path w="158" h="23">
                  <a:moveTo>
                    <a:pt x="8" y="0"/>
                  </a:moveTo>
                  <a:cubicBezTo>
                    <a:pt x="29" y="4"/>
                    <a:pt x="46" y="6"/>
                    <a:pt x="66" y="7"/>
                  </a:cubicBezTo>
                  <a:cubicBezTo>
                    <a:pt x="81" y="9"/>
                    <a:pt x="102" y="11"/>
                    <a:pt x="122" y="11"/>
                  </a:cubicBezTo>
                  <a:cubicBezTo>
                    <a:pt x="137" y="12"/>
                    <a:pt x="158" y="10"/>
                    <a:pt x="158" y="13"/>
                  </a:cubicBezTo>
                  <a:cubicBezTo>
                    <a:pt x="158" y="20"/>
                    <a:pt x="135" y="22"/>
                    <a:pt x="119" y="23"/>
                  </a:cubicBezTo>
                  <a:cubicBezTo>
                    <a:pt x="84" y="23"/>
                    <a:pt x="44" y="23"/>
                    <a:pt x="3" y="13"/>
                  </a:cubicBezTo>
                  <a:cubicBezTo>
                    <a:pt x="2" y="13"/>
                    <a:pt x="0" y="11"/>
                    <a:pt x="0" y="11"/>
                  </a:cubicBezTo>
                  <a:cubicBezTo>
                    <a:pt x="2" y="7"/>
                    <a:pt x="6" y="3"/>
                    <a:pt x="8" y="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pPr/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grpSp>
        <p:nvGrpSpPr>
          <p:cNvPr id="145" name=""/>
          <p:cNvGrpSpPr/>
          <p:nvPr/>
        </p:nvGrpSpPr>
        <p:grpSpPr>
          <a:xfrm>
            <a:off x="10232280" y="4572000"/>
            <a:ext cx="435600" cy="326520"/>
            <a:chOff x="10232280" y="4572000"/>
            <a:chExt cx="435600" cy="326520"/>
          </a:xfrm>
        </p:grpSpPr>
        <p:sp>
          <p:nvSpPr>
            <p:cNvPr id="146" name=""/>
            <p:cNvSpPr/>
            <p:nvPr/>
          </p:nvSpPr>
          <p:spPr>
            <a:xfrm>
              <a:off x="10412280" y="4572000"/>
              <a:ext cx="105480" cy="189720"/>
            </a:xfrm>
            <a:custGeom>
              <a:avLst/>
              <a:gdLst/>
              <a:ahLst/>
              <a:rect l="0" t="0" r="r" b="b"/>
              <a:pathLst>
                <a:path w="293" h="527">
                  <a:moveTo>
                    <a:pt x="241" y="170"/>
                  </a:moveTo>
                  <a:cubicBezTo>
                    <a:pt x="189" y="72"/>
                    <a:pt x="78" y="-13"/>
                    <a:pt x="32" y="2"/>
                  </a:cubicBezTo>
                  <a:cubicBezTo>
                    <a:pt x="-2" y="17"/>
                    <a:pt x="37" y="83"/>
                    <a:pt x="69" y="118"/>
                  </a:cubicBezTo>
                  <a:cubicBezTo>
                    <a:pt x="72" y="120"/>
                    <a:pt x="70" y="125"/>
                    <a:pt x="65" y="125"/>
                  </a:cubicBezTo>
                  <a:cubicBezTo>
                    <a:pt x="50" y="121"/>
                    <a:pt x="33" y="121"/>
                    <a:pt x="26" y="130"/>
                  </a:cubicBezTo>
                  <a:cubicBezTo>
                    <a:pt x="9" y="150"/>
                    <a:pt x="33" y="179"/>
                    <a:pt x="54" y="199"/>
                  </a:cubicBezTo>
                  <a:cubicBezTo>
                    <a:pt x="58" y="201"/>
                    <a:pt x="55" y="207"/>
                    <a:pt x="50" y="206"/>
                  </a:cubicBezTo>
                  <a:cubicBezTo>
                    <a:pt x="32" y="202"/>
                    <a:pt x="14" y="202"/>
                    <a:pt x="8" y="210"/>
                  </a:cubicBezTo>
                  <a:cubicBezTo>
                    <a:pt x="-17" y="240"/>
                    <a:pt x="20" y="328"/>
                    <a:pt x="42" y="361"/>
                  </a:cubicBezTo>
                  <a:cubicBezTo>
                    <a:pt x="69" y="400"/>
                    <a:pt x="96" y="438"/>
                    <a:pt x="131" y="469"/>
                  </a:cubicBezTo>
                  <a:cubicBezTo>
                    <a:pt x="168" y="500"/>
                    <a:pt x="212" y="523"/>
                    <a:pt x="260" y="527"/>
                  </a:cubicBezTo>
                  <a:cubicBezTo>
                    <a:pt x="262" y="527"/>
                    <a:pt x="264" y="527"/>
                    <a:pt x="266" y="527"/>
                  </a:cubicBezTo>
                  <a:cubicBezTo>
                    <a:pt x="268" y="525"/>
                    <a:pt x="269" y="522"/>
                    <a:pt x="270" y="519"/>
                  </a:cubicBezTo>
                  <a:cubicBezTo>
                    <a:pt x="279" y="498"/>
                    <a:pt x="281" y="489"/>
                    <a:pt x="285" y="471"/>
                  </a:cubicBezTo>
                  <a:cubicBezTo>
                    <a:pt x="289" y="397"/>
                    <a:pt x="316" y="314"/>
                    <a:pt x="241" y="17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pPr/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47" name=""/>
            <p:cNvSpPr/>
            <p:nvPr/>
          </p:nvSpPr>
          <p:spPr>
            <a:xfrm>
              <a:off x="10232280" y="4572000"/>
              <a:ext cx="394920" cy="326520"/>
            </a:xfrm>
            <a:custGeom>
              <a:avLst/>
              <a:gdLst/>
              <a:ahLst/>
              <a:rect l="0" t="0" r="r" b="b"/>
              <a:pathLst>
                <a:path w="1097" h="907">
                  <a:moveTo>
                    <a:pt x="910" y="345"/>
                  </a:moveTo>
                  <a:cubicBezTo>
                    <a:pt x="847" y="354"/>
                    <a:pt x="783" y="414"/>
                    <a:pt x="750" y="467"/>
                  </a:cubicBezTo>
                  <a:cubicBezTo>
                    <a:pt x="749" y="470"/>
                    <a:pt x="745" y="474"/>
                    <a:pt x="741" y="475"/>
                  </a:cubicBezTo>
                  <a:cubicBezTo>
                    <a:pt x="737" y="475"/>
                    <a:pt x="733" y="472"/>
                    <a:pt x="729" y="469"/>
                  </a:cubicBezTo>
                  <a:cubicBezTo>
                    <a:pt x="695" y="438"/>
                    <a:pt x="651" y="398"/>
                    <a:pt x="595" y="329"/>
                  </a:cubicBezTo>
                  <a:cubicBezTo>
                    <a:pt x="571" y="299"/>
                    <a:pt x="451" y="155"/>
                    <a:pt x="334" y="73"/>
                  </a:cubicBezTo>
                  <a:cubicBezTo>
                    <a:pt x="232" y="2"/>
                    <a:pt x="104" y="-16"/>
                    <a:pt x="60" y="13"/>
                  </a:cubicBezTo>
                  <a:cubicBezTo>
                    <a:pt x="40" y="27"/>
                    <a:pt x="36" y="57"/>
                    <a:pt x="45" y="80"/>
                  </a:cubicBezTo>
                  <a:cubicBezTo>
                    <a:pt x="54" y="103"/>
                    <a:pt x="86" y="129"/>
                    <a:pt x="110" y="140"/>
                  </a:cubicBezTo>
                  <a:cubicBezTo>
                    <a:pt x="80" y="137"/>
                    <a:pt x="41" y="161"/>
                    <a:pt x="41" y="190"/>
                  </a:cubicBezTo>
                  <a:cubicBezTo>
                    <a:pt x="41" y="241"/>
                    <a:pt x="132" y="296"/>
                    <a:pt x="161" y="305"/>
                  </a:cubicBezTo>
                  <a:cubicBezTo>
                    <a:pt x="135" y="306"/>
                    <a:pt x="115" y="335"/>
                    <a:pt x="121" y="359"/>
                  </a:cubicBezTo>
                  <a:cubicBezTo>
                    <a:pt x="132" y="406"/>
                    <a:pt x="219" y="428"/>
                    <a:pt x="246" y="432"/>
                  </a:cubicBezTo>
                  <a:cubicBezTo>
                    <a:pt x="221" y="437"/>
                    <a:pt x="208" y="467"/>
                    <a:pt x="217" y="490"/>
                  </a:cubicBezTo>
                  <a:cubicBezTo>
                    <a:pt x="230" y="526"/>
                    <a:pt x="317" y="549"/>
                    <a:pt x="341" y="554"/>
                  </a:cubicBezTo>
                  <a:cubicBezTo>
                    <a:pt x="319" y="573"/>
                    <a:pt x="328" y="605"/>
                    <a:pt x="351" y="622"/>
                  </a:cubicBezTo>
                  <a:cubicBezTo>
                    <a:pt x="370" y="637"/>
                    <a:pt x="397" y="647"/>
                    <a:pt x="422" y="651"/>
                  </a:cubicBezTo>
                  <a:cubicBezTo>
                    <a:pt x="357" y="643"/>
                    <a:pt x="281" y="634"/>
                    <a:pt x="217" y="633"/>
                  </a:cubicBezTo>
                  <a:cubicBezTo>
                    <a:pt x="154" y="631"/>
                    <a:pt x="58" y="652"/>
                    <a:pt x="0" y="704"/>
                  </a:cubicBezTo>
                  <a:cubicBezTo>
                    <a:pt x="83" y="738"/>
                    <a:pt x="180" y="809"/>
                    <a:pt x="218" y="907"/>
                  </a:cubicBezTo>
                  <a:cubicBezTo>
                    <a:pt x="279" y="905"/>
                    <a:pt x="323" y="871"/>
                    <a:pt x="371" y="835"/>
                  </a:cubicBezTo>
                  <a:cubicBezTo>
                    <a:pt x="379" y="828"/>
                    <a:pt x="386" y="822"/>
                    <a:pt x="396" y="821"/>
                  </a:cubicBezTo>
                  <a:cubicBezTo>
                    <a:pt x="402" y="821"/>
                    <a:pt x="409" y="822"/>
                    <a:pt x="415" y="825"/>
                  </a:cubicBezTo>
                  <a:cubicBezTo>
                    <a:pt x="441" y="833"/>
                    <a:pt x="564" y="895"/>
                    <a:pt x="718" y="888"/>
                  </a:cubicBezTo>
                  <a:cubicBezTo>
                    <a:pt x="837" y="882"/>
                    <a:pt x="940" y="832"/>
                    <a:pt x="988" y="741"/>
                  </a:cubicBezTo>
                  <a:cubicBezTo>
                    <a:pt x="1035" y="653"/>
                    <a:pt x="1040" y="559"/>
                    <a:pt x="1045" y="532"/>
                  </a:cubicBezTo>
                  <a:cubicBezTo>
                    <a:pt x="1050" y="507"/>
                    <a:pt x="1074" y="493"/>
                    <a:pt x="1097" y="486"/>
                  </a:cubicBezTo>
                  <a:cubicBezTo>
                    <a:pt x="1095" y="461"/>
                    <a:pt x="1098" y="428"/>
                    <a:pt x="1095" y="402"/>
                  </a:cubicBezTo>
                  <a:cubicBezTo>
                    <a:pt x="1046" y="362"/>
                    <a:pt x="972" y="335"/>
                    <a:pt x="910" y="345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pPr/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48" name=""/>
            <p:cNvSpPr/>
            <p:nvPr/>
          </p:nvSpPr>
          <p:spPr>
            <a:xfrm>
              <a:off x="10619640" y="4715640"/>
              <a:ext cx="48240" cy="33120"/>
            </a:xfrm>
            <a:custGeom>
              <a:avLst/>
              <a:gdLst/>
              <a:ahLst/>
              <a:rect l="0" t="0" r="r" b="b"/>
              <a:pathLst>
                <a:path w="134" h="92">
                  <a:moveTo>
                    <a:pt x="29" y="1"/>
                  </a:moveTo>
                  <a:cubicBezTo>
                    <a:pt x="26" y="0"/>
                    <a:pt x="21" y="0"/>
                    <a:pt x="17" y="0"/>
                  </a:cubicBezTo>
                  <a:cubicBezTo>
                    <a:pt x="10" y="1"/>
                    <a:pt x="8" y="4"/>
                    <a:pt x="5" y="10"/>
                  </a:cubicBezTo>
                  <a:cubicBezTo>
                    <a:pt x="-2" y="24"/>
                    <a:pt x="0" y="73"/>
                    <a:pt x="4" y="82"/>
                  </a:cubicBezTo>
                  <a:cubicBezTo>
                    <a:pt x="6" y="88"/>
                    <a:pt x="10" y="92"/>
                    <a:pt x="17" y="92"/>
                  </a:cubicBezTo>
                  <a:cubicBezTo>
                    <a:pt x="20" y="92"/>
                    <a:pt x="23" y="91"/>
                    <a:pt x="26" y="90"/>
                  </a:cubicBezTo>
                  <a:cubicBezTo>
                    <a:pt x="34" y="87"/>
                    <a:pt x="44" y="84"/>
                    <a:pt x="54" y="81"/>
                  </a:cubicBezTo>
                  <a:cubicBezTo>
                    <a:pt x="78" y="73"/>
                    <a:pt x="101" y="65"/>
                    <a:pt x="124" y="57"/>
                  </a:cubicBezTo>
                  <a:cubicBezTo>
                    <a:pt x="127" y="56"/>
                    <a:pt x="132" y="55"/>
                    <a:pt x="133" y="51"/>
                  </a:cubicBezTo>
                  <a:cubicBezTo>
                    <a:pt x="135" y="46"/>
                    <a:pt x="130" y="41"/>
                    <a:pt x="126" y="38"/>
                  </a:cubicBezTo>
                  <a:cubicBezTo>
                    <a:pt x="95" y="23"/>
                    <a:pt x="62" y="11"/>
                    <a:pt x="29" y="1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pPr/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49" name=""/>
            <p:cNvSpPr/>
            <p:nvPr/>
          </p:nvSpPr>
          <p:spPr>
            <a:xfrm>
              <a:off x="10564560" y="4718160"/>
              <a:ext cx="25200" cy="24480"/>
            </a:xfrm>
            <a:custGeom>
              <a:avLst/>
              <a:gdLst/>
              <a:ahLst/>
              <a:rect l="0" t="0" r="r" b="b"/>
              <a:pathLst>
                <a:path w="70" h="68">
                  <a:moveTo>
                    <a:pt x="0" y="34"/>
                  </a:moveTo>
                  <a:cubicBezTo>
                    <a:pt x="0" y="40"/>
                    <a:pt x="2" y="46"/>
                    <a:pt x="5" y="51"/>
                  </a:cubicBezTo>
                  <a:cubicBezTo>
                    <a:pt x="7" y="56"/>
                    <a:pt x="12" y="61"/>
                    <a:pt x="17" y="63"/>
                  </a:cubicBezTo>
                  <a:cubicBezTo>
                    <a:pt x="23" y="67"/>
                    <a:pt x="29" y="68"/>
                    <a:pt x="35" y="68"/>
                  </a:cubicBezTo>
                  <a:cubicBezTo>
                    <a:pt x="41" y="68"/>
                    <a:pt x="47" y="67"/>
                    <a:pt x="52" y="63"/>
                  </a:cubicBezTo>
                  <a:cubicBezTo>
                    <a:pt x="58" y="61"/>
                    <a:pt x="63" y="56"/>
                    <a:pt x="65" y="51"/>
                  </a:cubicBezTo>
                  <a:cubicBezTo>
                    <a:pt x="69" y="46"/>
                    <a:pt x="70" y="40"/>
                    <a:pt x="70" y="34"/>
                  </a:cubicBezTo>
                  <a:cubicBezTo>
                    <a:pt x="70" y="28"/>
                    <a:pt x="69" y="22"/>
                    <a:pt x="65" y="17"/>
                  </a:cubicBezTo>
                  <a:cubicBezTo>
                    <a:pt x="62" y="12"/>
                    <a:pt x="58" y="8"/>
                    <a:pt x="52" y="5"/>
                  </a:cubicBezTo>
                  <a:cubicBezTo>
                    <a:pt x="47" y="2"/>
                    <a:pt x="41" y="0"/>
                    <a:pt x="35" y="0"/>
                  </a:cubicBezTo>
                  <a:cubicBezTo>
                    <a:pt x="29" y="0"/>
                    <a:pt x="23" y="2"/>
                    <a:pt x="17" y="5"/>
                  </a:cubicBezTo>
                  <a:cubicBezTo>
                    <a:pt x="12" y="8"/>
                    <a:pt x="7" y="12"/>
                    <a:pt x="5" y="17"/>
                  </a:cubicBezTo>
                  <a:cubicBezTo>
                    <a:pt x="2" y="22"/>
                    <a:pt x="0" y="28"/>
                    <a:pt x="0" y="34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pPr/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50" name=""/>
            <p:cNvSpPr/>
            <p:nvPr/>
          </p:nvSpPr>
          <p:spPr>
            <a:xfrm>
              <a:off x="10261800" y="4622400"/>
              <a:ext cx="60480" cy="24480"/>
            </a:xfrm>
            <a:custGeom>
              <a:avLst/>
              <a:gdLst/>
              <a:ahLst/>
              <a:rect l="0" t="0" r="r" b="b"/>
              <a:pathLst>
                <a:path w="168" h="68">
                  <a:moveTo>
                    <a:pt x="93" y="33"/>
                  </a:moveTo>
                  <a:cubicBezTo>
                    <a:pt x="97" y="35"/>
                    <a:pt x="121" y="46"/>
                    <a:pt x="143" y="55"/>
                  </a:cubicBezTo>
                  <a:cubicBezTo>
                    <a:pt x="154" y="58"/>
                    <a:pt x="168" y="63"/>
                    <a:pt x="168" y="66"/>
                  </a:cubicBezTo>
                  <a:cubicBezTo>
                    <a:pt x="168" y="70"/>
                    <a:pt x="155" y="68"/>
                    <a:pt x="144" y="66"/>
                  </a:cubicBezTo>
                  <a:cubicBezTo>
                    <a:pt x="116" y="60"/>
                    <a:pt x="86" y="50"/>
                    <a:pt x="61" y="37"/>
                  </a:cubicBezTo>
                  <a:cubicBezTo>
                    <a:pt x="53" y="34"/>
                    <a:pt x="11" y="11"/>
                    <a:pt x="0" y="4"/>
                  </a:cubicBezTo>
                  <a:cubicBezTo>
                    <a:pt x="9" y="0"/>
                    <a:pt x="21" y="0"/>
                    <a:pt x="29" y="0"/>
                  </a:cubicBezTo>
                  <a:cubicBezTo>
                    <a:pt x="51" y="14"/>
                    <a:pt x="70" y="23"/>
                    <a:pt x="93" y="33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pPr/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51" name=""/>
            <p:cNvSpPr/>
            <p:nvPr/>
          </p:nvSpPr>
          <p:spPr>
            <a:xfrm>
              <a:off x="10282320" y="4681800"/>
              <a:ext cx="68760" cy="14040"/>
            </a:xfrm>
            <a:custGeom>
              <a:avLst/>
              <a:gdLst/>
              <a:ahLst/>
              <a:rect l="0" t="0" r="r" b="b"/>
              <a:pathLst>
                <a:path w="191" h="39">
                  <a:moveTo>
                    <a:pt x="151" y="28"/>
                  </a:moveTo>
                  <a:cubicBezTo>
                    <a:pt x="165" y="30"/>
                    <a:pt x="191" y="30"/>
                    <a:pt x="191" y="35"/>
                  </a:cubicBezTo>
                  <a:cubicBezTo>
                    <a:pt x="191" y="39"/>
                    <a:pt x="168" y="39"/>
                    <a:pt x="154" y="39"/>
                  </a:cubicBezTo>
                  <a:cubicBezTo>
                    <a:pt x="102" y="39"/>
                    <a:pt x="45" y="31"/>
                    <a:pt x="0" y="9"/>
                  </a:cubicBezTo>
                  <a:cubicBezTo>
                    <a:pt x="5" y="5"/>
                    <a:pt x="16" y="0"/>
                    <a:pt x="23" y="0"/>
                  </a:cubicBezTo>
                  <a:cubicBezTo>
                    <a:pt x="73" y="19"/>
                    <a:pt x="133" y="25"/>
                    <a:pt x="151" y="28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pPr/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52" name=""/>
            <p:cNvSpPr/>
            <p:nvPr/>
          </p:nvSpPr>
          <p:spPr>
            <a:xfrm>
              <a:off x="10313640" y="4727520"/>
              <a:ext cx="62280" cy="8640"/>
            </a:xfrm>
            <a:custGeom>
              <a:avLst/>
              <a:gdLst/>
              <a:ahLst/>
              <a:rect l="0" t="0" r="r" b="b"/>
              <a:pathLst>
                <a:path w="173" h="24">
                  <a:moveTo>
                    <a:pt x="128" y="11"/>
                  </a:moveTo>
                  <a:cubicBezTo>
                    <a:pt x="153" y="13"/>
                    <a:pt x="172" y="11"/>
                    <a:pt x="173" y="14"/>
                  </a:cubicBezTo>
                  <a:cubicBezTo>
                    <a:pt x="174" y="20"/>
                    <a:pt x="149" y="22"/>
                    <a:pt x="136" y="22"/>
                  </a:cubicBezTo>
                  <a:cubicBezTo>
                    <a:pt x="96" y="24"/>
                    <a:pt x="68" y="26"/>
                    <a:pt x="23" y="18"/>
                  </a:cubicBezTo>
                  <a:cubicBezTo>
                    <a:pt x="18" y="18"/>
                    <a:pt x="-1" y="14"/>
                    <a:pt x="0" y="12"/>
                  </a:cubicBezTo>
                  <a:cubicBezTo>
                    <a:pt x="4" y="7"/>
                    <a:pt x="14" y="1"/>
                    <a:pt x="20" y="0"/>
                  </a:cubicBezTo>
                  <a:cubicBezTo>
                    <a:pt x="45" y="6"/>
                    <a:pt x="103" y="9"/>
                    <a:pt x="128" y="11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pPr/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53" name=""/>
            <p:cNvSpPr/>
            <p:nvPr/>
          </p:nvSpPr>
          <p:spPr>
            <a:xfrm>
              <a:off x="10352160" y="4771800"/>
              <a:ext cx="56880" cy="8280"/>
            </a:xfrm>
            <a:custGeom>
              <a:avLst/>
              <a:gdLst/>
              <a:ahLst/>
              <a:rect l="0" t="0" r="r" b="b"/>
              <a:pathLst>
                <a:path w="158" h="23">
                  <a:moveTo>
                    <a:pt x="8" y="0"/>
                  </a:moveTo>
                  <a:cubicBezTo>
                    <a:pt x="29" y="4"/>
                    <a:pt x="46" y="6"/>
                    <a:pt x="66" y="7"/>
                  </a:cubicBezTo>
                  <a:cubicBezTo>
                    <a:pt x="81" y="9"/>
                    <a:pt x="102" y="11"/>
                    <a:pt x="122" y="11"/>
                  </a:cubicBezTo>
                  <a:cubicBezTo>
                    <a:pt x="137" y="12"/>
                    <a:pt x="158" y="10"/>
                    <a:pt x="158" y="13"/>
                  </a:cubicBezTo>
                  <a:cubicBezTo>
                    <a:pt x="158" y="20"/>
                    <a:pt x="135" y="22"/>
                    <a:pt x="119" y="23"/>
                  </a:cubicBezTo>
                  <a:cubicBezTo>
                    <a:pt x="84" y="23"/>
                    <a:pt x="44" y="23"/>
                    <a:pt x="3" y="13"/>
                  </a:cubicBezTo>
                  <a:cubicBezTo>
                    <a:pt x="2" y="13"/>
                    <a:pt x="0" y="11"/>
                    <a:pt x="0" y="11"/>
                  </a:cubicBezTo>
                  <a:cubicBezTo>
                    <a:pt x="2" y="7"/>
                    <a:pt x="6" y="3"/>
                    <a:pt x="8" y="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pPr/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653040" y="217440"/>
            <a:ext cx="10885680" cy="108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375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375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Click to edit the title text format</a:t>
            </a:r>
            <a:endParaRPr lang="en-US" sz="3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PlaceHolder 2"/>
          <p:cNvSpPr>
            <a:spLocks noGrp="1"/>
          </p:cNvSpPr>
          <p:nvPr>
            <p:ph type="body"/>
          </p:nvPr>
        </p:nvSpPr>
        <p:spPr>
          <a:xfrm>
            <a:off x="653040" y="1523880"/>
            <a:ext cx="10885680" cy="413676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0" tIns="0" rIns="0" bIns="0" anchor="t">
            <a:spAutoFit/>
          </a:bodyPr>
          <a:lstStyle>
            <a:lvl1pPr algn="l">
              <a:spcBef>
                <a:spcPts val="128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9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  <a:lvl2pPr lvl="1" algn="l">
              <a:spcBef>
                <a:spcPts val="1026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54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2pPr>
            <a:lvl3pPr lvl="2" algn="l">
              <a:spcBef>
                <a:spcPts val="765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18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3pPr>
            <a:lvl4pPr lvl="3" algn="l">
              <a:spcBef>
                <a:spcPts val="50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1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4pPr>
            <a:lvl5pPr lvl="4" algn="l">
              <a:spcBef>
                <a:spcPts val="252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19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5pPr>
            <a:lvl6pPr lvl="5" algn="l">
              <a:spcBef>
                <a:spcPts val="30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64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6pPr>
            <a:lvl7pPr lvl="6" algn="l">
              <a:spcBef>
                <a:spcPts val="366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7pPr>
          </a:lstStyle>
          <a:p>
            <a:pPr marL="432000" indent="-324000" algn="l">
              <a:spcBef>
                <a:spcPts val="128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9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Click to edit the outline text format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864000" lvl="1" indent="-324000" algn="l">
              <a:spcBef>
                <a:spcPts val="1026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54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Second Outline Level</a:t>
            </a:r>
            <a:endParaRPr lang="en-US" sz="25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1296000" lvl="2" indent="-288000" algn="l">
              <a:spcBef>
                <a:spcPts val="76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18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Third Outline Level</a:t>
            </a:r>
            <a:endParaRPr lang="en-US" sz="2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1728000" lvl="3" indent="-216000" algn="l">
              <a:spcBef>
                <a:spcPts val="50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1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Fourth Outline Level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2160000" lvl="4" indent="-216000" algn="l">
              <a:spcBef>
                <a:spcPts val="25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19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Fifth Outline Level</a:t>
            </a:r>
            <a:endParaRPr lang="en-US" sz="21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2592000" lvl="5" indent="-216000" algn="l">
              <a:spcBef>
                <a:spcPts val="30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64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Sixth Outline Level</a:t>
            </a:r>
            <a:endParaRPr lang="en-US" sz="26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024000" lvl="6" indent="-216000" algn="l">
              <a:spcBef>
                <a:spcPts val="366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Seventh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" name="PlaceHolder 3"/>
          <p:cNvSpPr>
            <a:spLocks noGrp="1"/>
          </p:cNvSpPr>
          <p:nvPr>
            <p:ph type="dt" idx="34"/>
          </p:nvPr>
        </p:nvSpPr>
        <p:spPr>
          <a:xfrm>
            <a:off x="609480" y="6247440"/>
            <a:ext cx="2840400" cy="473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PlaceHolder 4"/>
          <p:cNvSpPr>
            <a:spLocks noGrp="1"/>
          </p:cNvSpPr>
          <p:nvPr>
            <p:ph type="ftr" idx="35"/>
          </p:nvPr>
        </p:nvSpPr>
        <p:spPr>
          <a:xfrm>
            <a:off x="4169160" y="6247440"/>
            <a:ext cx="3864600" cy="473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" name="PlaceHolder 5"/>
          <p:cNvSpPr>
            <a:spLocks noGrp="1"/>
          </p:cNvSpPr>
          <p:nvPr>
            <p:ph type="sldNum" idx="36"/>
          </p:nvPr>
        </p:nvSpPr>
        <p:spPr>
          <a:xfrm>
            <a:off x="8741160" y="6247440"/>
            <a:ext cx="2840400" cy="473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46D45176-81FE-4BCC-9980-1DCF05D6EB57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2"/>
    <p:sldLayoutId id="2147483662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1" u="none" strike="noStrike">
                <a:solidFill>
                  <a:srgbClr val="0D9488"/>
                </a:solidFill>
                <a:effectLst/>
                <a:uFillTx/>
                <a:latin typeface="Calibri"/>
              </a:rPr>
              <a:t>Integrated Waste Management System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ctr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Full-Stack Architecture &amp; TSP Route Optimization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indent="0" algn="ctr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Ngei David Mumo | BSc Information Technology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3200" b="1" u="none" strike="noStrike">
                <a:solidFill>
                  <a:srgbClr val="0F766E"/>
                </a:solidFill>
                <a:effectLst/>
                <a:uFillTx/>
                <a:latin typeface="Calibri"/>
              </a:rPr>
              <a:t>1. Problem Statement: Municipal Waste &amp; Logistics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400"/>
              </a:spcBef>
              <a:spcAft>
                <a:spcPts val="1400"/>
              </a:spcAft>
              <a:buClr>
                <a:srgbClr val="1E293B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Rapid urban population growth in Kenya has overwhelmed traditional municipal solid waste collection.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400"/>
              </a:spcBef>
              <a:spcAft>
                <a:spcPts val="1400"/>
              </a:spcAft>
              <a:buClr>
                <a:srgbClr val="1E293B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Key Pain Points: Lack of communication channels for citizens to report uncollected waste.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400"/>
              </a:spcBef>
              <a:spcAft>
                <a:spcPts val="1400"/>
              </a:spcAft>
              <a:buClr>
                <a:srgbClr val="1E293B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Administrative Blind Spots: Manual tracking leads to delayed responses and unmonitored service requests.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400"/>
              </a:spcBef>
              <a:spcAft>
                <a:spcPts val="1400"/>
              </a:spcAft>
              <a:buClr>
                <a:srgbClr val="1E293B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Logistical Inefficiency: Collection trucks operate without optimized routing, wasting fuel and time.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3200" b="1" u="none" strike="noStrike">
                <a:solidFill>
                  <a:srgbClr val="0F766E"/>
                </a:solidFill>
                <a:effectLst/>
                <a:uFillTx/>
                <a:latin typeface="Calibri"/>
              </a:rPr>
              <a:t>2. The Innovation: Integrated Waste Management System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400"/>
              </a:spcBef>
              <a:spcAft>
                <a:spcPts val="1400"/>
              </a:spcAft>
              <a:buClr>
                <a:srgbClr val="1E293B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A full-stack web platform engineered collaboratively by a five-member software development team.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400"/>
              </a:spcBef>
              <a:spcAft>
                <a:spcPts val="1400"/>
              </a:spcAft>
              <a:buClr>
                <a:srgbClr val="1E293B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Bridges the gap between municipal citizens and waste management administrators.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400"/>
              </a:spcBef>
              <a:spcAft>
                <a:spcPts val="1400"/>
              </a:spcAft>
              <a:buClr>
                <a:srgbClr val="1E293B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Complemented by an algorithmic Travelling Salesman Problem (TSP) solver for route optimization.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400"/>
              </a:spcBef>
              <a:spcAft>
                <a:spcPts val="1400"/>
              </a:spcAft>
              <a:buClr>
                <a:srgbClr val="1E293B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Designed for scalability, security, and accessibility across desktop and mobile browsers.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3200" b="1" u="none" strike="noStrike">
                <a:solidFill>
                  <a:srgbClr val="0F766E"/>
                </a:solidFill>
                <a:effectLst/>
                <a:uFillTx/>
                <a:latin typeface="Calibri"/>
              </a:rPr>
              <a:t>3. System Architecture &amp; Technology Stack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400"/>
              </a:spcBef>
              <a:spcAft>
                <a:spcPts val="1400"/>
              </a:spcAft>
              <a:buClr>
                <a:srgbClr val="1E293B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Frontend Architecture: HTML5, CSS3, and React.js for a fast, component-based user interface.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400"/>
              </a:spcBef>
              <a:spcAft>
                <a:spcPts val="1400"/>
              </a:spcAft>
              <a:buClr>
                <a:srgbClr val="1E293B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Application Logic: JavaScript (ES6+) handling asynchronous request states and form validation.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400"/>
              </a:spcBef>
              <a:spcAft>
                <a:spcPts val="1400"/>
              </a:spcAft>
              <a:buClr>
                <a:srgbClr val="1E293B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Database Layer: MySQL relational database designed and queried via PopSQL for structured data integrity.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400"/>
              </a:spcBef>
              <a:spcAft>
                <a:spcPts val="1400"/>
              </a:spcAft>
              <a:buClr>
                <a:srgbClr val="1E293B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Development Environment: Engineered and debugged on Linux/Ubuntu using Visual Studio Code.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3200" b="1" u="none" strike="noStrike">
                <a:solidFill>
                  <a:srgbClr val="0F766E"/>
                </a:solidFill>
                <a:effectLst/>
                <a:uFillTx/>
                <a:latin typeface="Calibri"/>
              </a:rPr>
              <a:t>4. Security &amp; Role-Based Access Control (RBAC)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400"/>
              </a:spcBef>
              <a:spcAft>
                <a:spcPts val="1400"/>
              </a:spcAft>
              <a:buClr>
                <a:srgbClr val="1E293B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Authentication Engine: Secure user registration and encrypted login workflows.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400"/>
              </a:spcBef>
              <a:spcAft>
                <a:spcPts val="1400"/>
              </a:spcAft>
              <a:buClr>
                <a:srgbClr val="1E293B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Role-Based Access Control (RBAC): Strict separation of privileges between standard Citizens and System Administrators.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400"/>
              </a:spcBef>
              <a:spcAft>
                <a:spcPts val="1400"/>
              </a:spcAft>
              <a:buClr>
                <a:srgbClr val="1E293B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Account Resilience: Automated and secure password recovery mechanisms to prevent user lockout.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400"/>
              </a:spcBef>
              <a:spcAft>
                <a:spcPts val="1400"/>
              </a:spcAft>
              <a:buClr>
                <a:srgbClr val="1E293B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Applies Cisco Cybersecurity principles to protect user data against unauthorized access and SQL injection.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3200" b="1" u="none" strike="noStrike">
                <a:solidFill>
                  <a:srgbClr val="0F766E"/>
                </a:solidFill>
                <a:effectLst/>
                <a:uFillTx/>
                <a:latin typeface="Calibri"/>
              </a:rPr>
              <a:t>5. Core Workflows: Citizen vs. Administrator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400"/>
              </a:spcBef>
              <a:spcAft>
                <a:spcPts val="1400"/>
              </a:spcAft>
              <a:buClr>
                <a:srgbClr val="1E293B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Citizen Portal: Users log in, submit geo-tagged or categorized waste collection requests, and track service status.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400"/>
              </a:spcBef>
              <a:spcAft>
                <a:spcPts val="1400"/>
              </a:spcAft>
              <a:buClr>
                <a:srgbClr val="1E293B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Administrator Dashboard: Real-time oversight of all pending, active, and completed waste requests.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400"/>
              </a:spcBef>
              <a:spcAft>
                <a:spcPts val="1400"/>
              </a:spcAft>
              <a:buClr>
                <a:srgbClr val="1E293B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User Management: Administrators onboard collection personnel, audit system logs, and allocate municipal resources.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3200" b="1" u="none" strike="noStrike">
                <a:solidFill>
                  <a:srgbClr val="0F766E"/>
                </a:solidFill>
                <a:effectLst/>
                <a:uFillTx/>
                <a:latin typeface="Calibri"/>
              </a:rPr>
              <a:t>6. Algorithmic Integration: TSP Route Optimization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400"/>
              </a:spcBef>
              <a:spcAft>
                <a:spcPts val="1400"/>
              </a:spcAft>
              <a:buClr>
                <a:srgbClr val="1E293B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Integrates the Travelling Salesman Problem (TSP) solver featured on my developer portfolio.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400"/>
              </a:spcBef>
              <a:spcAft>
                <a:spcPts val="1400"/>
              </a:spcAft>
              <a:buClr>
                <a:srgbClr val="1E293B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Calculates the shortest possible collection loop visiting multiple waste pickup nodes exactly once.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400"/>
              </a:spcBef>
              <a:spcAft>
                <a:spcPts val="1400"/>
              </a:spcAft>
              <a:buClr>
                <a:srgbClr val="1E293B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Reduces municipal fleet fuel consumption, lowers carbon emissions, and accelerates neighborhood turnaround times.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3200" b="1" u="none" strike="noStrike">
                <a:solidFill>
                  <a:srgbClr val="0F766E"/>
                </a:solidFill>
                <a:effectLst/>
                <a:uFillTx/>
                <a:latin typeface="Calibri"/>
              </a:rPr>
              <a:t>7. Impact &amp; Future Scalability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400"/>
              </a:spcBef>
              <a:spcAft>
                <a:spcPts val="1400"/>
              </a:spcAft>
              <a:buClr>
                <a:srgbClr val="1E293B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Directly aligns with Sustainable Development Goals (SDGs) for clean cities and responsible consumption.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400"/>
              </a:spcBef>
              <a:spcAft>
                <a:spcPts val="1400"/>
              </a:spcAft>
              <a:buClr>
                <a:srgbClr val="1E293B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Future Roadmap: Integration with IoT smart-bin sensors and USSD/SMS fallbacks for offline accessibility.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400"/>
              </a:spcBef>
              <a:spcAft>
                <a:spcPts val="1400"/>
              </a:spcAft>
              <a:buClr>
                <a:srgbClr val="1E293B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Demonstrates practical application of BSc IT coursework to solve pressing Kenyan infrastructural challenges.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LibreOffice/26.8.0.3$Linux_X86_64 LibreOffice_project/680$Build-3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2026-10-13T16:03:05Z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