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sldIdLst>
    <p:sldId id="256" r:id="rId4"/>
    <p:sldId id="257" r:id="rId5"/>
    <p:sldId id="258" r:id="rId6"/>
    <p:sldId id="259" r:id="rId7"/>
    <p:sldId id="260" r:id="rId8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059159-0D76-4F6C-BEAB-CE916E4D6D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BA41E2D-ED93-42E0-93B9-DF940BE7A8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6CBC99-DA8E-4ADA-BCD2-3C719A6C583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A99E3D5-DF2D-465B-BC92-51F0A9DF064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1F5DFBA-06E6-429C-809B-7EFCEB9B1A2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F8E82C-61E0-4395-B46C-06C59C82DC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394BF9-D7F8-4AF5-90FF-173DD9F865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328ECF2-2B99-4312-A17F-9516B240A1A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4BB3EE1-8A47-428A-A473-42228518B76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20B186C-8AAD-455D-BA30-755AA32BEA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B17624C-2B93-4373-A084-7C2E84023B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Inspi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489600" y="543960"/>
            <a:ext cx="7837560" cy="76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30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/>
          </p:nvPr>
        </p:nvSpPr>
        <p:spPr>
          <a:xfrm>
            <a:off x="489600" y="1632600"/>
            <a:ext cx="8164080" cy="435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Aft>
                <a:spcPts val="1276"/>
              </a:spcAft>
              <a:buNone/>
            </a:pPr>
            <a:endParaRPr lang="en-US" sz="242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800FB60B-C8A3-4CC0-AC67-42BBF73BB90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Inspi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89600" y="543960"/>
            <a:ext cx="7837560" cy="76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buNone/>
            </a:pPr>
            <a:endParaRPr lang="en-US" sz="30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489600" y="1632600"/>
            <a:ext cx="8164080" cy="435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62B84D6E-AF85-483A-A26C-ADD9429DA32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666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16200000">
            <a:off x="-89280" y="760680"/>
            <a:ext cx="1034280" cy="653040"/>
          </a:xfrm>
          <a:prstGeom prst="parallelogram">
            <a:avLst>
              <a:gd name="adj" fmla="val 41328"/>
            </a:avLst>
          </a:prstGeom>
          <a:solidFill>
            <a:srgbClr val="B5E77D">
              <a:alpha val="49000"/>
            </a:srgbClr>
          </a:solidFill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6930720" y="121680"/>
            <a:ext cx="1089720" cy="448560"/>
          </a:xfrm>
          <a:prstGeom prst="parallelogram">
            <a:avLst>
              <a:gd name="adj" fmla="val 66375"/>
            </a:avLst>
          </a:prstGeom>
          <a:solidFill>
            <a:srgbClr val="81ACA6">
              <a:alpha val="39000"/>
            </a:srgbClr>
          </a:solidFill>
          <a:ln w="10800">
            <a:noFill/>
          </a:ln>
          <a:effectLst>
            <a:outerShdw dist="0" dir="0" rotWithShape="0">
              <a:srgbClr val="B2B2B2"/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244800" y="217440"/>
            <a:ext cx="8654040" cy="5878440"/>
          </a:xfrm>
          <a:prstGeom prst="rect">
            <a:avLst/>
          </a:prstGeom>
          <a:solidFill>
            <a:srgbClr val="FFFFFF"/>
          </a:solidFill>
          <a:ln w="0">
            <a:noFill/>
          </a:ln>
          <a:effectLst>
            <a:outerShdw dist="101823" dir="2700000" blurRad="38160" rotWithShape="0">
              <a:srgbClr val="808080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/>
            <a:endParaRPr lang="en-US" sz="1400" b="0" u="none" strike="noStrike">
              <a:solidFill>
                <a:srgbClr val="EEEEEE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7229160" y="196200"/>
            <a:ext cx="821160" cy="1383480"/>
          </a:xfrm>
          <a:prstGeom prst="rect">
            <a:avLst/>
          </a:prstGeom>
          <a:solidFill>
            <a:srgbClr val="81ACA6"/>
          </a:solidFill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/>
          <p:nvPr/>
        </p:nvSpPr>
        <p:spPr>
          <a:xfrm>
            <a:off x="244800" y="570240"/>
            <a:ext cx="8102160" cy="762120"/>
          </a:xfrm>
          <a:prstGeom prst="rect">
            <a:avLst/>
          </a:prstGeom>
          <a:solidFill>
            <a:srgbClr val="B5E77D"/>
          </a:solidFill>
          <a:ln w="38160">
            <a:solidFill>
              <a:srgbClr val="91D93F"/>
            </a:solidFill>
            <a:round/>
          </a:ln>
          <a:effectLst>
            <a:outerShdw dist="17819" dir="2700000" blurRad="12600" rotWithShape="0">
              <a:srgbClr val="B2B2B2">
                <a:alpha val="43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101160" y="570240"/>
            <a:ext cx="225360" cy="762120"/>
          </a:xfrm>
          <a:prstGeom prst="rect">
            <a:avLst/>
          </a:prstGeom>
          <a:solidFill>
            <a:srgbClr val="B5E77D"/>
          </a:solidFill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7229160" y="121680"/>
            <a:ext cx="820800" cy="95760"/>
          </a:xfrm>
          <a:prstGeom prst="rect">
            <a:avLst/>
          </a:prstGeom>
          <a:solidFill>
            <a:srgbClr val="81ACA6"/>
          </a:solidFill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89600" y="543960"/>
            <a:ext cx="7837560" cy="762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3070" b="0" u="none" strike="noStrike">
                <a:solidFill>
                  <a:srgbClr val="FFFFFF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3070" b="0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Click to edit the title text format</a:t>
            </a:r>
            <a:endParaRPr lang="en-US" sz="307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489600" y="1632600"/>
            <a:ext cx="8164080" cy="43542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txBody>
          <a:bodyPr lIns="0" tIns="0" rIns="0" bIns="0" anchor="t">
            <a:spAutoFit/>
          </a:bodyPr>
          <a:lstStyle>
            <a:lvl1pPr algn="l">
              <a:spcAft>
                <a:spcPts val="1276"/>
              </a:spcAft>
              <a:buClr>
                <a:srgbClr val="91D93F"/>
              </a:buClr>
              <a:buSzPct val="45000"/>
              <a:buFont typeface="Wingdings" charset="2"/>
              <a:buChar char=""/>
              <a:defRPr lang="en-US" sz="242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1pPr>
            <a:lvl2pPr lvl="1" algn="l">
              <a:spcAft>
                <a:spcPts val="1020"/>
              </a:spcAft>
              <a:buClr>
                <a:srgbClr val="91D93F"/>
              </a:buClr>
              <a:buSzPct val="75000"/>
              <a:buFont typeface="Symbol" charset="2"/>
              <a:buChar char=""/>
              <a:defRPr lang="en-US" sz="292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2pPr>
            <a:lvl3pPr lvl="2" algn="l">
              <a:spcAft>
                <a:spcPts val="763"/>
              </a:spcAft>
              <a:buClr>
                <a:srgbClr val="91D93F"/>
              </a:buClr>
              <a:buSzPct val="45000"/>
              <a:buFont typeface="Wingdings 2" charset="2"/>
              <a:buChar char=""/>
              <a:defRPr lang="en-US" sz="353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3pPr>
            <a:lvl4pPr lvl="3" algn="l">
              <a:spcAft>
                <a:spcPts val="505"/>
              </a:spcAft>
              <a:buClr>
                <a:srgbClr val="91D93F"/>
              </a:buClr>
              <a:buSzPct val="45000"/>
              <a:buFont typeface="Wingdings" charset="2"/>
              <a:buChar char=""/>
              <a:defRPr lang="en-US" sz="427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4pPr>
            <a:lvl5pPr lvl="4" algn="l">
              <a:spcAft>
                <a:spcPts val="249"/>
              </a:spcAft>
              <a:buClr>
                <a:srgbClr val="91D93F"/>
              </a:buClr>
              <a:buSzPct val="45000"/>
              <a:buFont typeface="Wingdings" charset="2"/>
              <a:buChar char=""/>
              <a:defRPr lang="en-US" sz="517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5pPr>
            <a:lvl6pPr lvl="5" algn="l">
              <a:spcAft>
                <a:spcPts val="300"/>
              </a:spcAft>
              <a:buClr>
                <a:srgbClr val="91D93F"/>
              </a:buClr>
              <a:buSzPct val="45000"/>
              <a:buFont typeface="Wingdings" charset="2"/>
              <a:buChar char=""/>
              <a:defRPr lang="en-US" sz="625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6pPr>
            <a:lvl7pPr lvl="6" algn="l">
              <a:spcAft>
                <a:spcPts val="363"/>
              </a:spcAft>
              <a:buClr>
                <a:srgbClr val="91D93F"/>
              </a:buClr>
              <a:buSzPct val="45000"/>
              <a:buFont typeface="Wingdings" charset="2"/>
              <a:buChar char=""/>
              <a:defRPr lang="en-US" sz="7550" b="0" u="none" strike="noStrike">
                <a:solidFill>
                  <a:srgbClr val="666666"/>
                </a:solidFill>
                <a:effectLst/>
                <a:uFillTx/>
                <a:latin typeface="Times New Roman"/>
              </a:defRPr>
            </a:lvl7pPr>
          </a:lstStyle>
          <a:p>
            <a:pPr marL="432000" indent="-324000" algn="l">
              <a:spcAft>
                <a:spcPts val="1276"/>
              </a:spcAft>
              <a:buClr>
                <a:srgbClr val="91D93F"/>
              </a:buClr>
              <a:buSzPct val="45000"/>
              <a:buFont typeface="Wingdings" charset="2"/>
              <a:buChar char=""/>
            </a:pPr>
            <a:r>
              <a:rPr lang="en-US" sz="242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Click to edit the outline text format</a:t>
            </a:r>
            <a:endParaRPr lang="en-US" sz="242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864000" lvl="1" indent="-324000" algn="l">
              <a:spcAft>
                <a:spcPts val="1020"/>
              </a:spcAft>
              <a:buClr>
                <a:srgbClr val="91D93F"/>
              </a:buClr>
              <a:buSzPct val="75000"/>
              <a:buFont typeface="Symbol" charset="2"/>
              <a:buChar char=""/>
            </a:pPr>
            <a:r>
              <a:rPr lang="en-US" sz="292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Second Outline Level</a:t>
            </a:r>
            <a:endParaRPr lang="en-US" sz="292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1296000" lvl="2" indent="-288000" algn="l">
              <a:spcAft>
                <a:spcPts val="763"/>
              </a:spcAft>
              <a:buClr>
                <a:srgbClr val="91D93F"/>
              </a:buClr>
              <a:buSzPct val="45000"/>
              <a:buFont typeface="Wingdings 2" charset="2"/>
              <a:buChar char=""/>
            </a:pPr>
            <a:r>
              <a:rPr lang="en-US" sz="353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Third Outline Level</a:t>
            </a:r>
            <a:endParaRPr lang="en-US" sz="353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1728000" lvl="3" indent="-216000" algn="l">
              <a:spcAft>
                <a:spcPts val="505"/>
              </a:spcAft>
              <a:buClr>
                <a:srgbClr val="91D93F"/>
              </a:buClr>
              <a:buSzPct val="45000"/>
              <a:buFont typeface="Wingdings" charset="2"/>
              <a:buChar char=""/>
            </a:pPr>
            <a:r>
              <a:rPr lang="en-US" sz="427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Fourth Outline Level</a:t>
            </a:r>
            <a:endParaRPr lang="en-US" sz="427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2160000" lvl="4" indent="-216000" algn="l">
              <a:spcAft>
                <a:spcPts val="249"/>
              </a:spcAft>
              <a:buClr>
                <a:srgbClr val="91D93F"/>
              </a:buClr>
              <a:buSzPct val="45000"/>
              <a:buFont typeface="Wingdings" charset="2"/>
              <a:buChar char=""/>
            </a:pPr>
            <a:r>
              <a:rPr lang="en-US" sz="517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Fifth Outline Level</a:t>
            </a:r>
            <a:endParaRPr lang="en-US" sz="517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2592000" lvl="5" indent="-216000" algn="l">
              <a:spcAft>
                <a:spcPts val="300"/>
              </a:spcAft>
              <a:buClr>
                <a:srgbClr val="91D93F"/>
              </a:buClr>
              <a:buSzPct val="45000"/>
              <a:buFont typeface="Wingdings" charset="2"/>
              <a:buChar char=""/>
            </a:pPr>
            <a:r>
              <a:rPr lang="en-US" sz="625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Sixth Outline Level</a:t>
            </a:r>
            <a:endParaRPr lang="en-US" sz="625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024000" lvl="6" indent="-216000" algn="l">
              <a:spcAft>
                <a:spcPts val="363"/>
              </a:spcAft>
              <a:buClr>
                <a:srgbClr val="91D93F"/>
              </a:buClr>
              <a:buSzPct val="45000"/>
              <a:buFont typeface="Wingdings" charset="2"/>
              <a:buChar char=""/>
            </a:pPr>
            <a:r>
              <a:rPr lang="en-US" sz="7550" b="0" u="none" strike="noStrike">
                <a:solidFill>
                  <a:srgbClr val="666666"/>
                </a:solidFill>
                <a:effectLst/>
                <a:uFillTx/>
                <a:latin typeface="Times New Roman"/>
              </a:rPr>
              <a:t>Seventh Outline Level</a:t>
            </a:r>
            <a:endParaRPr lang="en-US" sz="755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dt" idx="34"/>
          </p:nvPr>
        </p:nvSpPr>
        <p:spPr>
          <a:xfrm>
            <a:off x="457200" y="6246720"/>
            <a:ext cx="2130120" cy="47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EEEEEE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ftr" idx="35"/>
          </p:nvPr>
        </p:nvSpPr>
        <p:spPr>
          <a:xfrm>
            <a:off x="3126960" y="6246720"/>
            <a:ext cx="2898360" cy="47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ctr">
              <a:buNone/>
              <a:def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EEEEEE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sldNum" idx="36"/>
          </p:nvPr>
        </p:nvSpPr>
        <p:spPr>
          <a:xfrm>
            <a:off x="6555600" y="6246720"/>
            <a:ext cx="2130120" cy="47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r">
              <a:buNone/>
              <a:def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32962AD-2476-4EE8-8929-402844F0F6AD}" type="slidenum">
              <a:rPr lang="en-US" sz="1400" b="0" u="none" strike="noStrike">
                <a:solidFill>
                  <a:srgbClr val="EEEEEE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EEEEEE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Technical Innovation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ubTitle"/>
          </p:nvPr>
        </p:nvSpPr>
        <p:spPr>
          <a:xfrm>
            <a:off x="1371600" y="3886200"/>
            <a:ext cx="6400440" cy="1752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Integrated Waste Management System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Problem Statement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Inefficient municipal waste collection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Lack of transparent request monitoring for citizens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Inadequate logistical routing for collection vehicles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Tech Stack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Frontend Development: HTML, CSS, React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Backend Logic: JavaScript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Database: Secure user and request storage (MySQL)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System Architecture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Role-based access control (Users vs. Administrators)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Secure authentication and password recovery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Real-time request viewing and service tracking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Algorithmic Integration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Applying the Travelling Salesman Problem (TSP)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Optimizing collection routes to save fuel and time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Scaling solutions for developing cities</a:t>
            </a:r>
            <a:endParaRPr lang="en-US" sz="3200" b="0" u="none" strike="noStrike">
              <a:solidFill>
                <a:srgbClr val="666666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2026-09-30T07:51:25Z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